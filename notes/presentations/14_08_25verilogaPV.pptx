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87F54A-FF61-1CF8-0368-4D88107D4D47}" v="307" dt="2025-08-14T10:57:10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met gök" userId="S::mehmet.gok1@std.bogazici.edu.tr::15632cb4-26f1-469b-a776-86ac63c7653c" providerId="AD" clId="Web-{BA64DC1E-5DF1-63AE-3540-3E0D311D359C}"/>
    <pc:docChg chg="addSld modSld">
      <pc:chgData name="mehmet gök" userId="S::mehmet.gok1@std.bogazici.edu.tr::15632cb4-26f1-469b-a776-86ac63c7653c" providerId="AD" clId="Web-{BA64DC1E-5DF1-63AE-3540-3E0D311D359C}" dt="2025-02-17T08:01:39.463" v="233" actId="1076"/>
      <pc:docMkLst>
        <pc:docMk/>
      </pc:docMkLst>
      <pc:sldChg chg="delSp modSp">
        <pc:chgData name="mehmet gök" userId="S::mehmet.gok1@std.bogazici.edu.tr::15632cb4-26f1-469b-a776-86ac63c7653c" providerId="AD" clId="Web-{BA64DC1E-5DF1-63AE-3540-3E0D311D359C}" dt="2025-02-17T07:48:06.852" v="18"/>
        <pc:sldMkLst>
          <pc:docMk/>
          <pc:sldMk cId="109857222" sldId="256"/>
        </pc:sldMkLst>
      </pc:sldChg>
      <pc:sldChg chg="addSp delSp modSp new">
        <pc:chgData name="mehmet gök" userId="S::mehmet.gok1@std.bogazici.edu.tr::15632cb4-26f1-469b-a776-86ac63c7653c" providerId="AD" clId="Web-{BA64DC1E-5DF1-63AE-3540-3E0D311D359C}" dt="2025-02-17T07:55:54.355" v="25" actId="1076"/>
        <pc:sldMkLst>
          <pc:docMk/>
          <pc:sldMk cId="516492567" sldId="257"/>
        </pc:sldMkLst>
      </pc:sldChg>
      <pc:sldChg chg="addSp delSp modSp new">
        <pc:chgData name="mehmet gök" userId="S::mehmet.gok1@std.bogazici.edu.tr::15632cb4-26f1-469b-a776-86ac63c7653c" providerId="AD" clId="Web-{BA64DC1E-5DF1-63AE-3540-3E0D311D359C}" dt="2025-02-17T07:59:03.691" v="216" actId="1076"/>
        <pc:sldMkLst>
          <pc:docMk/>
          <pc:sldMk cId="3553902564" sldId="258"/>
        </pc:sldMkLst>
      </pc:sldChg>
      <pc:sldChg chg="addSp delSp modSp new">
        <pc:chgData name="mehmet gök" userId="S::mehmet.gok1@std.bogazici.edu.tr::15632cb4-26f1-469b-a776-86ac63c7653c" providerId="AD" clId="Web-{BA64DC1E-5DF1-63AE-3540-3E0D311D359C}" dt="2025-02-17T08:01:39.463" v="233" actId="1076"/>
        <pc:sldMkLst>
          <pc:docMk/>
          <pc:sldMk cId="2488631531" sldId="259"/>
        </pc:sldMkLst>
      </pc:sldChg>
    </pc:docChg>
  </pc:docChgLst>
  <pc:docChgLst>
    <pc:chgData name="mehmet gök" userId="S::mehmet.gok1@std.bogazici.edu.tr::15632cb4-26f1-469b-a776-86ac63c7653c" providerId="AD" clId="Web-{28D25B09-06DE-EF37-ED62-1EBEF6889432}"/>
    <pc:docChg chg="delSld modSld">
      <pc:chgData name="mehmet gök" userId="S::mehmet.gok1@std.bogazici.edu.tr::15632cb4-26f1-469b-a776-86ac63c7653c" providerId="AD" clId="Web-{28D25B09-06DE-EF37-ED62-1EBEF6889432}" dt="2025-03-05T09:10:27.255" v="8"/>
      <pc:docMkLst>
        <pc:docMk/>
      </pc:docMkLst>
      <pc:sldChg chg="addSp delSp modSp del">
        <pc:chgData name="mehmet gök" userId="S::mehmet.gok1@std.bogazici.edu.tr::15632cb4-26f1-469b-a776-86ac63c7653c" providerId="AD" clId="Web-{28D25B09-06DE-EF37-ED62-1EBEF6889432}" dt="2025-03-05T09:10:27.255" v="8"/>
        <pc:sldMkLst>
          <pc:docMk/>
          <pc:sldMk cId="3553902564" sldId="258"/>
        </pc:sldMkLst>
      </pc:sldChg>
      <pc:sldChg chg="delSp modSp">
        <pc:chgData name="mehmet gök" userId="S::mehmet.gok1@std.bogazici.edu.tr::15632cb4-26f1-469b-a776-86ac63c7653c" providerId="AD" clId="Web-{28D25B09-06DE-EF37-ED62-1EBEF6889432}" dt="2025-03-05T09:10:26.287" v="7" actId="20577"/>
        <pc:sldMkLst>
          <pc:docMk/>
          <pc:sldMk cId="2488631531" sldId="259"/>
        </pc:sldMkLst>
      </pc:sldChg>
    </pc:docChg>
  </pc:docChgLst>
  <pc:docChgLst>
    <pc:chgData name="mehmet gök" userId="S::mehmet.gok1@std.bogazici.edu.tr::15632cb4-26f1-469b-a776-86ac63c7653c" providerId="AD" clId="Web-{B405A4F0-EB82-0430-A5AA-BB8F242172DF}"/>
    <pc:docChg chg="addSld modSld">
      <pc:chgData name="mehmet gök" userId="S::mehmet.gok1@std.bogazici.edu.tr::15632cb4-26f1-469b-a776-86ac63c7653c" providerId="AD" clId="Web-{B405A4F0-EB82-0430-A5AA-BB8F242172DF}" dt="2025-04-22T22:33:50.348" v="633" actId="20577"/>
      <pc:docMkLst>
        <pc:docMk/>
      </pc:docMkLst>
      <pc:sldChg chg="addSp modSp">
        <pc:chgData name="mehmet gök" userId="S::mehmet.gok1@std.bogazici.edu.tr::15632cb4-26f1-469b-a776-86ac63c7653c" providerId="AD" clId="Web-{B405A4F0-EB82-0430-A5AA-BB8F242172DF}" dt="2025-04-22T18:54:28.813" v="76" actId="20577"/>
        <pc:sldMkLst>
          <pc:docMk/>
          <pc:sldMk cId="109857222" sldId="256"/>
        </pc:sldMkLst>
      </pc:sldChg>
      <pc:sldChg chg="addSp delSp modSp">
        <pc:chgData name="mehmet gök" userId="S::mehmet.gok1@std.bogazici.edu.tr::15632cb4-26f1-469b-a776-86ac63c7653c" providerId="AD" clId="Web-{B405A4F0-EB82-0430-A5AA-BB8F242172DF}" dt="2025-04-22T21:01:12.887" v="218" actId="20577"/>
        <pc:sldMkLst>
          <pc:docMk/>
          <pc:sldMk cId="516492567" sldId="257"/>
        </pc:sldMkLst>
      </pc:sldChg>
      <pc:sldChg chg="addSp delSp modSp">
        <pc:chgData name="mehmet gök" userId="S::mehmet.gok1@std.bogazici.edu.tr::15632cb4-26f1-469b-a776-86ac63c7653c" providerId="AD" clId="Web-{B405A4F0-EB82-0430-A5AA-BB8F242172DF}" dt="2025-04-22T21:13:41.837" v="264" actId="20577"/>
        <pc:sldMkLst>
          <pc:docMk/>
          <pc:sldMk cId="2488631531" sldId="259"/>
        </pc:sldMkLst>
      </pc:sldChg>
      <pc:sldChg chg="addSp delSp modSp new">
        <pc:chgData name="mehmet gök" userId="S::mehmet.gok1@std.bogazici.edu.tr::15632cb4-26f1-469b-a776-86ac63c7653c" providerId="AD" clId="Web-{B405A4F0-EB82-0430-A5AA-BB8F242172DF}" dt="2025-04-22T21:16:37.561" v="328" actId="1076"/>
        <pc:sldMkLst>
          <pc:docMk/>
          <pc:sldMk cId="3699236736" sldId="260"/>
        </pc:sldMkLst>
      </pc:sldChg>
      <pc:sldChg chg="addSp delSp modSp new">
        <pc:chgData name="mehmet gök" userId="S::mehmet.gok1@std.bogazici.edu.tr::15632cb4-26f1-469b-a776-86ac63c7653c" providerId="AD" clId="Web-{B405A4F0-EB82-0430-A5AA-BB8F242172DF}" dt="2025-04-22T22:01:47.650" v="424" actId="20577"/>
        <pc:sldMkLst>
          <pc:docMk/>
          <pc:sldMk cId="2749884001" sldId="261"/>
        </pc:sldMkLst>
      </pc:sldChg>
      <pc:sldChg chg="addSp delSp modSp new">
        <pc:chgData name="mehmet gök" userId="S::mehmet.gok1@std.bogazici.edu.tr::15632cb4-26f1-469b-a776-86ac63c7653c" providerId="AD" clId="Web-{B405A4F0-EB82-0430-A5AA-BB8F242172DF}" dt="2025-04-22T22:03:48.248" v="432" actId="1076"/>
        <pc:sldMkLst>
          <pc:docMk/>
          <pc:sldMk cId="90490972" sldId="262"/>
        </pc:sldMkLst>
      </pc:sldChg>
      <pc:sldChg chg="addSp delSp modSp new">
        <pc:chgData name="mehmet gök" userId="S::mehmet.gok1@std.bogazici.edu.tr::15632cb4-26f1-469b-a776-86ac63c7653c" providerId="AD" clId="Web-{B405A4F0-EB82-0430-A5AA-BB8F242172DF}" dt="2025-04-22T22:10:45.363" v="447" actId="14100"/>
        <pc:sldMkLst>
          <pc:docMk/>
          <pc:sldMk cId="2442103432" sldId="263"/>
        </pc:sldMkLst>
      </pc:sldChg>
      <pc:sldChg chg="addSp delSp modSp new">
        <pc:chgData name="mehmet gök" userId="S::mehmet.gok1@std.bogazici.edu.tr::15632cb4-26f1-469b-a776-86ac63c7653c" providerId="AD" clId="Web-{B405A4F0-EB82-0430-A5AA-BB8F242172DF}" dt="2025-04-22T22:25:18.465" v="543" actId="20577"/>
        <pc:sldMkLst>
          <pc:docMk/>
          <pc:sldMk cId="2788901892" sldId="264"/>
        </pc:sldMkLst>
      </pc:sldChg>
      <pc:sldChg chg="addSp delSp modSp new">
        <pc:chgData name="mehmet gök" userId="S::mehmet.gok1@std.bogazici.edu.tr::15632cb4-26f1-469b-a776-86ac63c7653c" providerId="AD" clId="Web-{B405A4F0-EB82-0430-A5AA-BB8F242172DF}" dt="2025-04-22T22:30:27.777" v="574" actId="20577"/>
        <pc:sldMkLst>
          <pc:docMk/>
          <pc:sldMk cId="1914694655" sldId="265"/>
        </pc:sldMkLst>
      </pc:sldChg>
      <pc:sldChg chg="addSp delSp modSp new">
        <pc:chgData name="mehmet gök" userId="S::mehmet.gok1@std.bogazici.edu.tr::15632cb4-26f1-469b-a776-86ac63c7653c" providerId="AD" clId="Web-{B405A4F0-EB82-0430-A5AA-BB8F242172DF}" dt="2025-04-22T22:30:48.325" v="585" actId="14100"/>
        <pc:sldMkLst>
          <pc:docMk/>
          <pc:sldMk cId="2166928931" sldId="266"/>
        </pc:sldMkLst>
      </pc:sldChg>
      <pc:sldChg chg="addSp delSp modSp new">
        <pc:chgData name="mehmet gök" userId="S::mehmet.gok1@std.bogazici.edu.tr::15632cb4-26f1-469b-a776-86ac63c7653c" providerId="AD" clId="Web-{B405A4F0-EB82-0430-A5AA-BB8F242172DF}" dt="2025-04-22T22:32:30.735" v="594" actId="1076"/>
        <pc:sldMkLst>
          <pc:docMk/>
          <pc:sldMk cId="1734175767" sldId="267"/>
        </pc:sldMkLst>
      </pc:sldChg>
      <pc:sldChg chg="addSp delSp modSp new">
        <pc:chgData name="mehmet gök" userId="S::mehmet.gok1@std.bogazici.edu.tr::15632cb4-26f1-469b-a776-86ac63c7653c" providerId="AD" clId="Web-{B405A4F0-EB82-0430-A5AA-BB8F242172DF}" dt="2025-04-22T22:33:50.348" v="633" actId="20577"/>
        <pc:sldMkLst>
          <pc:docMk/>
          <pc:sldMk cId="3869051559" sldId="268"/>
        </pc:sldMkLst>
      </pc:sldChg>
    </pc:docChg>
  </pc:docChgLst>
  <pc:docChgLst>
    <pc:chgData clId="Web-{4187F54A-FF61-1CF8-0368-4D88107D4D47}"/>
    <pc:docChg chg="modSld">
      <pc:chgData name="" userId="" providerId="" clId="Web-{4187F54A-FF61-1CF8-0368-4D88107D4D47}" dt="2025-08-14T10:18:02.464" v="0"/>
      <pc:docMkLst>
        <pc:docMk/>
      </pc:docMkLst>
      <pc:sldChg chg="delSp">
        <pc:chgData name="" userId="" providerId="" clId="Web-{4187F54A-FF61-1CF8-0368-4D88107D4D47}" dt="2025-08-14T10:18:02.464" v="0"/>
        <pc:sldMkLst>
          <pc:docMk/>
          <pc:sldMk cId="516492567" sldId="257"/>
        </pc:sldMkLst>
        <pc:picChg chg="del">
          <ac:chgData name="" userId="" providerId="" clId="Web-{4187F54A-FF61-1CF8-0368-4D88107D4D47}" dt="2025-08-14T10:18:02.464" v="0"/>
          <ac:picMkLst>
            <pc:docMk/>
            <pc:sldMk cId="516492567" sldId="257"/>
            <ac:picMk id="4" creationId="{180634A6-6B54-C116-C73C-30CE6128676D}"/>
          </ac:picMkLst>
        </pc:picChg>
      </pc:sldChg>
    </pc:docChg>
  </pc:docChgLst>
  <pc:docChgLst>
    <pc:chgData name="mehmet gök" userId="S::mehmet.gok1@std.bogazici.edu.tr::15632cb4-26f1-469b-a776-86ac63c7653c" providerId="AD" clId="Web-{4187F54A-FF61-1CF8-0368-4D88107D4D47}"/>
    <pc:docChg chg="addSld delSld modSld">
      <pc:chgData name="mehmet gök" userId="S::mehmet.gok1@std.bogazici.edu.tr::15632cb4-26f1-469b-a776-86ac63c7653c" providerId="AD" clId="Web-{4187F54A-FF61-1CF8-0368-4D88107D4D47}" dt="2025-08-14T10:57:06.752" v="197" actId="20577"/>
      <pc:docMkLst>
        <pc:docMk/>
      </pc:docMkLst>
      <pc:sldChg chg="addSp delSp modSp">
        <pc:chgData name="mehmet gök" userId="S::mehmet.gok1@std.bogazici.edu.tr::15632cb4-26f1-469b-a776-86ac63c7653c" providerId="AD" clId="Web-{4187F54A-FF61-1CF8-0368-4D88107D4D47}" dt="2025-08-14T10:19:06.465" v="5"/>
        <pc:sldMkLst>
          <pc:docMk/>
          <pc:sldMk cId="516492567" sldId="257"/>
        </pc:sldMkLst>
        <pc:spChg chg="del">
          <ac:chgData name="mehmet gök" userId="S::mehmet.gok1@std.bogazici.edu.tr::15632cb4-26f1-469b-a776-86ac63c7653c" providerId="AD" clId="Web-{4187F54A-FF61-1CF8-0368-4D88107D4D47}" dt="2025-08-14T10:18:04.120" v="2"/>
          <ac:spMkLst>
            <pc:docMk/>
            <pc:sldMk cId="516492567" sldId="257"/>
            <ac:spMk id="5" creationId="{A8E24F2D-574E-BE80-4D2C-C7B3E37E6A1F}"/>
          </ac:spMkLst>
        </pc:spChg>
        <pc:spChg chg="del">
          <ac:chgData name="mehmet gök" userId="S::mehmet.gok1@std.bogazici.edu.tr::15632cb4-26f1-469b-a776-86ac63c7653c" providerId="AD" clId="Web-{4187F54A-FF61-1CF8-0368-4D88107D4D47}" dt="2025-08-14T10:19:06.465" v="5"/>
          <ac:spMkLst>
            <pc:docMk/>
            <pc:sldMk cId="516492567" sldId="257"/>
            <ac:spMk id="6" creationId="{E3A67C09-4049-2313-2617-4F983F4B22F1}"/>
          </ac:spMkLst>
        </pc:spChg>
        <pc:spChg chg="del">
          <ac:chgData name="mehmet gök" userId="S::mehmet.gok1@std.bogazici.edu.tr::15632cb4-26f1-469b-a776-86ac63c7653c" providerId="AD" clId="Web-{4187F54A-FF61-1CF8-0368-4D88107D4D47}" dt="2025-08-14T10:18:04.120" v="1"/>
          <ac:spMkLst>
            <pc:docMk/>
            <pc:sldMk cId="516492567" sldId="257"/>
            <ac:spMk id="10" creationId="{A882F890-C62A-0AEB-085F-58619DD2A1BB}"/>
          </ac:spMkLst>
        </pc:spChg>
        <pc:spChg chg="del">
          <ac:chgData name="mehmet gök" userId="S::mehmet.gok1@std.bogazici.edu.tr::15632cb4-26f1-469b-a776-86ac63c7653c" providerId="AD" clId="Web-{4187F54A-FF61-1CF8-0368-4D88107D4D47}" dt="2025-08-14T10:18:04.120" v="0"/>
          <ac:spMkLst>
            <pc:docMk/>
            <pc:sldMk cId="516492567" sldId="257"/>
            <ac:spMk id="11" creationId="{41604502-A8BD-89FC-5CAB-22988515A312}"/>
          </ac:spMkLst>
        </pc:spChg>
        <pc:picChg chg="add mod">
          <ac:chgData name="mehmet gök" userId="S::mehmet.gok1@std.bogazici.edu.tr::15632cb4-26f1-469b-a776-86ac63c7653c" providerId="AD" clId="Web-{4187F54A-FF61-1CF8-0368-4D88107D4D47}" dt="2025-08-14T10:19:02.043" v="4" actId="1076"/>
          <ac:picMkLst>
            <pc:docMk/>
            <pc:sldMk cId="516492567" sldId="257"/>
            <ac:picMk id="3" creationId="{4B748160-91AB-019D-DC35-02661169E6DA}"/>
          </ac:picMkLst>
        </pc:picChg>
      </pc:sldChg>
      <pc:sldChg chg="addSp delSp modSp">
        <pc:chgData name="mehmet gök" userId="S::mehmet.gok1@std.bogazici.edu.tr::15632cb4-26f1-469b-a776-86ac63c7653c" providerId="AD" clId="Web-{4187F54A-FF61-1CF8-0368-4D88107D4D47}" dt="2025-08-14T10:20:46.186" v="40" actId="1076"/>
        <pc:sldMkLst>
          <pc:docMk/>
          <pc:sldMk cId="2488631531" sldId="259"/>
        </pc:sldMkLst>
        <pc:spChg chg="mod">
          <ac:chgData name="mehmet gök" userId="S::mehmet.gok1@std.bogazici.edu.tr::15632cb4-26f1-469b-a776-86ac63c7653c" providerId="AD" clId="Web-{4187F54A-FF61-1CF8-0368-4D88107D4D47}" dt="2025-08-14T10:19:33.013" v="29" actId="20577"/>
          <ac:spMkLst>
            <pc:docMk/>
            <pc:sldMk cId="2488631531" sldId="259"/>
            <ac:spMk id="2" creationId="{6E5BE672-D1FD-3C4C-21A3-6F8FC01946C3}"/>
          </ac:spMkLst>
        </pc:spChg>
        <pc:spChg chg="del mod">
          <ac:chgData name="mehmet gök" userId="S::mehmet.gok1@std.bogazici.edu.tr::15632cb4-26f1-469b-a776-86ac63c7653c" providerId="AD" clId="Web-{4187F54A-FF61-1CF8-0368-4D88107D4D47}" dt="2025-08-14T10:19:12.356" v="10"/>
          <ac:spMkLst>
            <pc:docMk/>
            <pc:sldMk cId="2488631531" sldId="259"/>
            <ac:spMk id="8" creationId="{3F90F91A-5078-F114-6CFE-27E1EB4F1585}"/>
          </ac:spMkLst>
        </pc:spChg>
        <pc:spChg chg="add mod">
          <ac:chgData name="mehmet gök" userId="S::mehmet.gok1@std.bogazici.edu.tr::15632cb4-26f1-469b-a776-86ac63c7653c" providerId="AD" clId="Web-{4187F54A-FF61-1CF8-0368-4D88107D4D47}" dt="2025-08-14T10:20:46.186" v="40" actId="1076"/>
          <ac:spMkLst>
            <pc:docMk/>
            <pc:sldMk cId="2488631531" sldId="259"/>
            <ac:spMk id="9" creationId="{C91D7CBA-DCB6-52AC-8647-844B910A8D9D}"/>
          </ac:spMkLst>
        </pc:spChg>
        <pc:picChg chg="del">
          <ac:chgData name="mehmet gök" userId="S::mehmet.gok1@std.bogazici.edu.tr::15632cb4-26f1-469b-a776-86ac63c7653c" providerId="AD" clId="Web-{4187F54A-FF61-1CF8-0368-4D88107D4D47}" dt="2025-08-14T10:19:10.169" v="6"/>
          <ac:picMkLst>
            <pc:docMk/>
            <pc:sldMk cId="2488631531" sldId="259"/>
            <ac:picMk id="3" creationId="{84FD52FC-313C-82DC-B299-CC1F5E398BB4}"/>
          </ac:picMkLst>
        </pc:picChg>
        <pc:picChg chg="add mod">
          <ac:chgData name="mehmet gök" userId="S::mehmet.gok1@std.bogazici.edu.tr::15632cb4-26f1-469b-a776-86ac63c7653c" providerId="AD" clId="Web-{4187F54A-FF61-1CF8-0368-4D88107D4D47}" dt="2025-08-14T10:20:33.514" v="35" actId="1076"/>
          <ac:picMkLst>
            <pc:docMk/>
            <pc:sldMk cId="2488631531" sldId="259"/>
            <ac:picMk id="4" creationId="{4158B59B-F6B4-F3B3-BF20-CFF122770984}"/>
          </ac:picMkLst>
        </pc:picChg>
        <pc:picChg chg="del">
          <ac:chgData name="mehmet gök" userId="S::mehmet.gok1@std.bogazici.edu.tr::15632cb4-26f1-469b-a776-86ac63c7653c" providerId="AD" clId="Web-{4187F54A-FF61-1CF8-0368-4D88107D4D47}" dt="2025-08-14T10:19:12.794" v="11"/>
          <ac:picMkLst>
            <pc:docMk/>
            <pc:sldMk cId="2488631531" sldId="259"/>
            <ac:picMk id="5" creationId="{1CBCA862-62C3-E051-DC36-E88C9A60D3E6}"/>
          </ac:picMkLst>
        </pc:picChg>
        <pc:picChg chg="del mod">
          <ac:chgData name="mehmet gök" userId="S::mehmet.gok1@std.bogazici.edu.tr::15632cb4-26f1-469b-a776-86ac63c7653c" providerId="AD" clId="Web-{4187F54A-FF61-1CF8-0368-4D88107D4D47}" dt="2025-08-14T10:19:10.731" v="8"/>
          <ac:picMkLst>
            <pc:docMk/>
            <pc:sldMk cId="2488631531" sldId="259"/>
            <ac:picMk id="6" creationId="{93F9D0AA-6103-255E-103B-01846BE58C28}"/>
          </ac:picMkLst>
        </pc:picChg>
        <pc:picChg chg="add mod">
          <ac:chgData name="mehmet gök" userId="S::mehmet.gok1@std.bogazici.edu.tr::15632cb4-26f1-469b-a776-86ac63c7653c" providerId="AD" clId="Web-{4187F54A-FF61-1CF8-0368-4D88107D4D47}" dt="2025-08-14T10:20:34.233" v="36" actId="1076"/>
          <ac:picMkLst>
            <pc:docMk/>
            <pc:sldMk cId="2488631531" sldId="259"/>
            <ac:picMk id="7" creationId="{5A3570D8-4E77-8B57-8340-E3D11780D7A8}"/>
          </ac:picMkLst>
        </pc:picChg>
      </pc:sldChg>
      <pc:sldChg chg="addSp delSp modSp">
        <pc:chgData name="mehmet gök" userId="S::mehmet.gok1@std.bogazici.edu.tr::15632cb4-26f1-469b-a776-86ac63c7653c" providerId="AD" clId="Web-{4187F54A-FF61-1CF8-0368-4D88107D4D47}" dt="2025-08-14T10:32:46.931" v="69" actId="1076"/>
        <pc:sldMkLst>
          <pc:docMk/>
          <pc:sldMk cId="3699236736" sldId="260"/>
        </pc:sldMkLst>
        <pc:spChg chg="add mod">
          <ac:chgData name="mehmet gök" userId="S::mehmet.gok1@std.bogazici.edu.tr::15632cb4-26f1-469b-a776-86ac63c7653c" providerId="AD" clId="Web-{4187F54A-FF61-1CF8-0368-4D88107D4D47}" dt="2025-08-14T10:21:26.765" v="54" actId="20577"/>
          <ac:spMkLst>
            <pc:docMk/>
            <pc:sldMk cId="3699236736" sldId="260"/>
            <ac:spMk id="2" creationId="{34A88FFF-3620-6305-9E03-A1E611FEDD2D}"/>
          </ac:spMkLst>
        </pc:spChg>
        <pc:spChg chg="del">
          <ac:chgData name="mehmet gök" userId="S::mehmet.gok1@std.bogazici.edu.tr::15632cb4-26f1-469b-a776-86ac63c7653c" providerId="AD" clId="Web-{4187F54A-FF61-1CF8-0368-4D88107D4D47}" dt="2025-08-14T10:21:08.624" v="44"/>
          <ac:spMkLst>
            <pc:docMk/>
            <pc:sldMk cId="3699236736" sldId="260"/>
            <ac:spMk id="6" creationId="{D02DBF77-8052-7B09-1769-988D3A715B07}"/>
          </ac:spMkLst>
        </pc:spChg>
        <pc:spChg chg="del">
          <ac:chgData name="mehmet gök" userId="S::mehmet.gok1@std.bogazici.edu.tr::15632cb4-26f1-469b-a776-86ac63c7653c" providerId="AD" clId="Web-{4187F54A-FF61-1CF8-0368-4D88107D4D47}" dt="2025-08-14T10:21:08.624" v="42"/>
          <ac:spMkLst>
            <pc:docMk/>
            <pc:sldMk cId="3699236736" sldId="260"/>
            <ac:spMk id="8" creationId="{8BCADED6-C15B-4F54-CE11-2FCA51D6B989}"/>
          </ac:spMkLst>
        </pc:spChg>
        <pc:picChg chg="add mod">
          <ac:chgData name="mehmet gök" userId="S::mehmet.gok1@std.bogazici.edu.tr::15632cb4-26f1-469b-a776-86ac63c7653c" providerId="AD" clId="Web-{4187F54A-FF61-1CF8-0368-4D88107D4D47}" dt="2025-08-14T10:32:46.931" v="69" actId="1076"/>
          <ac:picMkLst>
            <pc:docMk/>
            <pc:sldMk cId="3699236736" sldId="260"/>
            <ac:picMk id="3" creationId="{A9DBE873-E588-5393-FB79-7E1DC5099D25}"/>
          </ac:picMkLst>
        </pc:picChg>
        <pc:picChg chg="del">
          <ac:chgData name="mehmet gök" userId="S::mehmet.gok1@std.bogazici.edu.tr::15632cb4-26f1-469b-a776-86ac63c7653c" providerId="AD" clId="Web-{4187F54A-FF61-1CF8-0368-4D88107D4D47}" dt="2025-08-14T10:21:07.343" v="41"/>
          <ac:picMkLst>
            <pc:docMk/>
            <pc:sldMk cId="3699236736" sldId="260"/>
            <ac:picMk id="4" creationId="{29897246-E0C0-708C-5CA2-ACDF87B3E915}"/>
          </ac:picMkLst>
        </pc:picChg>
        <pc:picChg chg="add mod">
          <ac:chgData name="mehmet gök" userId="S::mehmet.gok1@std.bogazici.edu.tr::15632cb4-26f1-469b-a776-86ac63c7653c" providerId="AD" clId="Web-{4187F54A-FF61-1CF8-0368-4D88107D4D47}" dt="2025-08-14T10:32:41.884" v="67" actId="14100"/>
          <ac:picMkLst>
            <pc:docMk/>
            <pc:sldMk cId="3699236736" sldId="260"/>
            <ac:picMk id="5" creationId="{3C0943F7-F62C-0F92-7423-5E8AE0B4E473}"/>
          </ac:picMkLst>
        </pc:picChg>
        <pc:picChg chg="del">
          <ac:chgData name="mehmet gök" userId="S::mehmet.gok1@std.bogazici.edu.tr::15632cb4-26f1-469b-a776-86ac63c7653c" providerId="AD" clId="Web-{4187F54A-FF61-1CF8-0368-4D88107D4D47}" dt="2025-08-14T10:21:08.624" v="43"/>
          <ac:picMkLst>
            <pc:docMk/>
            <pc:sldMk cId="3699236736" sldId="260"/>
            <ac:picMk id="7" creationId="{BCEA112C-4C03-96F5-EAC3-1B6D0A613CC7}"/>
          </ac:picMkLst>
        </pc:picChg>
      </pc:sldChg>
      <pc:sldChg chg="del">
        <pc:chgData name="mehmet gök" userId="S::mehmet.gok1@std.bogazici.edu.tr::15632cb4-26f1-469b-a776-86ac63c7653c" providerId="AD" clId="Web-{4187F54A-FF61-1CF8-0368-4D88107D4D47}" dt="2025-08-14T10:32:56.634" v="70"/>
        <pc:sldMkLst>
          <pc:docMk/>
          <pc:sldMk cId="2749884001" sldId="261"/>
        </pc:sldMkLst>
      </pc:sldChg>
      <pc:sldChg chg="del">
        <pc:chgData name="mehmet gök" userId="S::mehmet.gok1@std.bogazici.edu.tr::15632cb4-26f1-469b-a776-86ac63c7653c" providerId="AD" clId="Web-{4187F54A-FF61-1CF8-0368-4D88107D4D47}" dt="2025-08-14T10:32:57.243" v="71"/>
        <pc:sldMkLst>
          <pc:docMk/>
          <pc:sldMk cId="90490972" sldId="262"/>
        </pc:sldMkLst>
      </pc:sldChg>
      <pc:sldChg chg="del">
        <pc:chgData name="mehmet gök" userId="S::mehmet.gok1@std.bogazici.edu.tr::15632cb4-26f1-469b-a776-86ac63c7653c" providerId="AD" clId="Web-{4187F54A-FF61-1CF8-0368-4D88107D4D47}" dt="2025-08-14T10:32:57.697" v="72"/>
        <pc:sldMkLst>
          <pc:docMk/>
          <pc:sldMk cId="2442103432" sldId="263"/>
        </pc:sldMkLst>
      </pc:sldChg>
      <pc:sldChg chg="del">
        <pc:chgData name="mehmet gök" userId="S::mehmet.gok1@std.bogazici.edu.tr::15632cb4-26f1-469b-a776-86ac63c7653c" providerId="AD" clId="Web-{4187F54A-FF61-1CF8-0368-4D88107D4D47}" dt="2025-08-14T10:32:58.181" v="73"/>
        <pc:sldMkLst>
          <pc:docMk/>
          <pc:sldMk cId="2788901892" sldId="264"/>
        </pc:sldMkLst>
      </pc:sldChg>
      <pc:sldChg chg="del">
        <pc:chgData name="mehmet gök" userId="S::mehmet.gok1@std.bogazici.edu.tr::15632cb4-26f1-469b-a776-86ac63c7653c" providerId="AD" clId="Web-{4187F54A-FF61-1CF8-0368-4D88107D4D47}" dt="2025-08-14T10:32:58.728" v="74"/>
        <pc:sldMkLst>
          <pc:docMk/>
          <pc:sldMk cId="1914694655" sldId="265"/>
        </pc:sldMkLst>
      </pc:sldChg>
      <pc:sldChg chg="del">
        <pc:chgData name="mehmet gök" userId="S::mehmet.gok1@std.bogazici.edu.tr::15632cb4-26f1-469b-a776-86ac63c7653c" providerId="AD" clId="Web-{4187F54A-FF61-1CF8-0368-4D88107D4D47}" dt="2025-08-14T10:32:59.165" v="75"/>
        <pc:sldMkLst>
          <pc:docMk/>
          <pc:sldMk cId="2166928931" sldId="266"/>
        </pc:sldMkLst>
      </pc:sldChg>
      <pc:sldChg chg="del">
        <pc:chgData name="mehmet gök" userId="S::mehmet.gok1@std.bogazici.edu.tr::15632cb4-26f1-469b-a776-86ac63c7653c" providerId="AD" clId="Web-{4187F54A-FF61-1CF8-0368-4D88107D4D47}" dt="2025-08-14T10:32:59.525" v="76"/>
        <pc:sldMkLst>
          <pc:docMk/>
          <pc:sldMk cId="1734175767" sldId="267"/>
        </pc:sldMkLst>
      </pc:sldChg>
      <pc:sldChg chg="modSp">
        <pc:chgData name="mehmet gök" userId="S::mehmet.gok1@std.bogazici.edu.tr::15632cb4-26f1-469b-a776-86ac63c7653c" providerId="AD" clId="Web-{4187F54A-FF61-1CF8-0368-4D88107D4D47}" dt="2025-08-14T10:34:06.307" v="175" actId="14100"/>
        <pc:sldMkLst>
          <pc:docMk/>
          <pc:sldMk cId="3869051559" sldId="268"/>
        </pc:sldMkLst>
        <pc:spChg chg="mod">
          <ac:chgData name="mehmet gök" userId="S::mehmet.gok1@std.bogazici.edu.tr::15632cb4-26f1-469b-a776-86ac63c7653c" providerId="AD" clId="Web-{4187F54A-FF61-1CF8-0368-4D88107D4D47}" dt="2025-08-14T10:33:09.478" v="80" actId="1076"/>
          <ac:spMkLst>
            <pc:docMk/>
            <pc:sldMk cId="3869051559" sldId="268"/>
            <ac:spMk id="2" creationId="{8DCFF620-4C87-D957-2AD0-C6DAD13D846A}"/>
          </ac:spMkLst>
        </pc:spChg>
        <pc:spChg chg="mod">
          <ac:chgData name="mehmet gök" userId="S::mehmet.gok1@std.bogazici.edu.tr::15632cb4-26f1-469b-a776-86ac63c7653c" providerId="AD" clId="Web-{4187F54A-FF61-1CF8-0368-4D88107D4D47}" dt="2025-08-14T10:34:06.307" v="175" actId="14100"/>
          <ac:spMkLst>
            <pc:docMk/>
            <pc:sldMk cId="3869051559" sldId="268"/>
            <ac:spMk id="4" creationId="{F2032CE9-728E-4EBC-67E3-24A0D152EA61}"/>
          </ac:spMkLst>
        </pc:spChg>
      </pc:sldChg>
      <pc:sldChg chg="addSp delSp modSp new">
        <pc:chgData name="mehmet gök" userId="S::mehmet.gok1@std.bogazici.edu.tr::15632cb4-26f1-469b-a776-86ac63c7653c" providerId="AD" clId="Web-{4187F54A-FF61-1CF8-0368-4D88107D4D47}" dt="2025-08-14T10:52:18.714" v="183"/>
        <pc:sldMkLst>
          <pc:docMk/>
          <pc:sldMk cId="1569065687" sldId="269"/>
        </pc:sldMkLst>
        <pc:spChg chg="mod">
          <ac:chgData name="mehmet gök" userId="S::mehmet.gok1@std.bogazici.edu.tr::15632cb4-26f1-469b-a776-86ac63c7653c" providerId="AD" clId="Web-{4187F54A-FF61-1CF8-0368-4D88107D4D47}" dt="2025-08-14T10:52:18.167" v="182" actId="1076"/>
          <ac:spMkLst>
            <pc:docMk/>
            <pc:sldMk cId="1569065687" sldId="269"/>
            <ac:spMk id="2" creationId="{48764339-6278-8823-1300-15E44DAAB6FB}"/>
          </ac:spMkLst>
        </pc:spChg>
        <pc:spChg chg="del">
          <ac:chgData name="mehmet gök" userId="S::mehmet.gok1@std.bogazici.edu.tr::15632cb4-26f1-469b-a776-86ac63c7653c" providerId="AD" clId="Web-{4187F54A-FF61-1CF8-0368-4D88107D4D47}" dt="2025-08-14T10:34:15.605" v="180"/>
          <ac:spMkLst>
            <pc:docMk/>
            <pc:sldMk cId="1569065687" sldId="269"/>
            <ac:spMk id="3" creationId="{70DED7AD-04DA-CB5E-6554-CC5A15246239}"/>
          </ac:spMkLst>
        </pc:spChg>
        <pc:picChg chg="add mod">
          <ac:chgData name="mehmet gök" userId="S::mehmet.gok1@std.bogazici.edu.tr::15632cb4-26f1-469b-a776-86ac63c7653c" providerId="AD" clId="Web-{4187F54A-FF61-1CF8-0368-4D88107D4D47}" dt="2025-08-14T10:52:18.714" v="183"/>
          <ac:picMkLst>
            <pc:docMk/>
            <pc:sldMk cId="1569065687" sldId="269"/>
            <ac:picMk id="3" creationId="{F7434928-1E7B-296A-3F3F-E4C93C238A62}"/>
          </ac:picMkLst>
        </pc:picChg>
      </pc:sldChg>
      <pc:sldChg chg="addSp delSp modSp new">
        <pc:chgData name="mehmet gök" userId="S::mehmet.gok1@std.bogazici.edu.tr::15632cb4-26f1-469b-a776-86ac63c7653c" providerId="AD" clId="Web-{4187F54A-FF61-1CF8-0368-4D88107D4D47}" dt="2025-08-14T10:57:06.752" v="197" actId="20577"/>
        <pc:sldMkLst>
          <pc:docMk/>
          <pc:sldMk cId="465103242" sldId="270"/>
        </pc:sldMkLst>
        <pc:spChg chg="mod">
          <ac:chgData name="mehmet gök" userId="S::mehmet.gok1@std.bogazici.edu.tr::15632cb4-26f1-469b-a776-86ac63c7653c" providerId="AD" clId="Web-{4187F54A-FF61-1CF8-0368-4D88107D4D47}" dt="2025-08-14T10:57:06.752" v="197" actId="20577"/>
          <ac:spMkLst>
            <pc:docMk/>
            <pc:sldMk cId="465103242" sldId="270"/>
            <ac:spMk id="2" creationId="{E6884191-DF6C-2FC1-3AB6-583D41E2980F}"/>
          </ac:spMkLst>
        </pc:spChg>
        <pc:spChg chg="del">
          <ac:chgData name="mehmet gök" userId="S::mehmet.gok1@std.bogazici.edu.tr::15632cb4-26f1-469b-a776-86ac63c7653c" providerId="AD" clId="Web-{4187F54A-FF61-1CF8-0368-4D88107D4D47}" dt="2025-08-14T10:52:34.574" v="192"/>
          <ac:spMkLst>
            <pc:docMk/>
            <pc:sldMk cId="465103242" sldId="270"/>
            <ac:spMk id="3" creationId="{D9D17FEE-67C2-98CD-99A4-9C10415B55FD}"/>
          </ac:spMkLst>
        </pc:spChg>
        <pc:picChg chg="add mod">
          <ac:chgData name="mehmet gök" userId="S::mehmet.gok1@std.bogazici.edu.tr::15632cb4-26f1-469b-a776-86ac63c7653c" providerId="AD" clId="Web-{4187F54A-FF61-1CF8-0368-4D88107D4D47}" dt="2025-08-14T10:56:29.157" v="194" actId="1076"/>
          <ac:picMkLst>
            <pc:docMk/>
            <pc:sldMk cId="465103242" sldId="270"/>
            <ac:picMk id="4" creationId="{C5998B09-A6CE-B886-666A-CFDD28B2F57A}"/>
          </ac:picMkLst>
        </pc:picChg>
        <pc:picChg chg="add mod">
          <ac:chgData name="mehmet gök" userId="S::mehmet.gok1@std.bogazici.edu.tr::15632cb4-26f1-469b-a776-86ac63c7653c" providerId="AD" clId="Web-{4187F54A-FF61-1CF8-0368-4D88107D4D47}" dt="2025-08-14T10:57:04.346" v="196" actId="1076"/>
          <ac:picMkLst>
            <pc:docMk/>
            <pc:sldMk cId="465103242" sldId="270"/>
            <ac:picMk id="5" creationId="{02719C2A-CDBF-DCEE-9BC3-2E52C3E7293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vpmc.sandia.gov/modeling-guide/2-dc-module-iv/single-diode-equivalent-circuit-models/de-soto-five-parameter-module-model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9225" y="474663"/>
            <a:ext cx="9144000" cy="1235075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Problems when modelling PV buck converter in </a:t>
            </a:r>
            <a:r>
              <a:rPr lang="en-US" dirty="0" err="1"/>
              <a:t>verilogA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5E9686-E33F-89BD-4EA8-9D191BDD82A0}"/>
              </a:ext>
            </a:extLst>
          </p:cNvPr>
          <p:cNvSpPr txBox="1"/>
          <p:nvPr/>
        </p:nvSpPr>
        <p:spPr>
          <a:xfrm>
            <a:off x="494270" y="3408405"/>
            <a:ext cx="113785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Issue arises from the problem, simple setup in next slide will summarize the problem.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D41D-2E3A-EDAF-CD8F-17EA82670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5"/>
            <a:ext cx="10515600" cy="515938"/>
          </a:xfrm>
        </p:spPr>
        <p:txBody>
          <a:bodyPr>
            <a:normAutofit fontScale="90000"/>
          </a:bodyPr>
          <a:lstStyle/>
          <a:p>
            <a:r>
              <a:rPr lang="en-US" dirty="0"/>
              <a:t>Setup:</a:t>
            </a:r>
          </a:p>
        </p:txBody>
      </p:sp>
      <p:pic>
        <p:nvPicPr>
          <p:cNvPr id="3" name="Picture 2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4B748160-91AB-019D-DC35-02661169E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3449"/>
            <a:ext cx="12192000" cy="408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92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E672-D1FD-3C4C-21A3-6F8FC0194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" y="3175"/>
            <a:ext cx="10515600" cy="458788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and Params (still under improvement):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158B59B-F6B4-F3B3-BF20-CFF122770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" y="461211"/>
            <a:ext cx="6269313" cy="566486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3570D8-4E77-8B57-8340-E3D11780D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899" y="816895"/>
            <a:ext cx="4629150" cy="4943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1D7CBA-DCB6-52AC-8647-844B910A8D9D}"/>
              </a:ext>
            </a:extLst>
          </p:cNvPr>
          <p:cNvSpPr txBox="1"/>
          <p:nvPr/>
        </p:nvSpPr>
        <p:spPr>
          <a:xfrm>
            <a:off x="310738" y="6119751"/>
            <a:ext cx="86214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4" tooltip="https://pvpmc.sandia.gov/modeling-guide/2-dc-module-iv/single-diode-equivalent-circuit-models/de-soto-five-parameter-module-model/"/>
              </a:rPr>
              <a:t>https://pvpmc.sandia.gov/modeling-guide/2-dc-module-iv/single-diode-equivalent-circuit-models/de-soto-five-parameter-module-model/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31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A88FFF-3620-6305-9E03-A1E611FEDD2D}"/>
              </a:ext>
            </a:extLst>
          </p:cNvPr>
          <p:cNvSpPr txBox="1"/>
          <p:nvPr/>
        </p:nvSpPr>
        <p:spPr>
          <a:xfrm>
            <a:off x="3958" y="73232"/>
            <a:ext cx="1091738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 err="1">
                <a:latin typeface="Aptos Display"/>
              </a:rPr>
              <a:t>Isc</a:t>
            </a:r>
            <a:r>
              <a:rPr lang="en-US" sz="4000" dirty="0">
                <a:latin typeface="Aptos Display"/>
              </a:rPr>
              <a:t> &amp; </a:t>
            </a:r>
            <a:r>
              <a:rPr lang="en-US" sz="4000" dirty="0" err="1">
                <a:latin typeface="Aptos Display"/>
              </a:rPr>
              <a:t>Voc</a:t>
            </a:r>
            <a:endParaRPr lang="en-US" dirty="0" err="1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A9DBE873-E588-5393-FB79-7E1DC5099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8" y="923925"/>
            <a:ext cx="5534781" cy="4223150"/>
          </a:xfrm>
          <a:prstGeom prst="rect">
            <a:avLst/>
          </a:prstGeom>
        </p:spPr>
      </p:pic>
      <p:pic>
        <p:nvPicPr>
          <p:cNvPr id="5" name="Picture 4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3C0943F7-F62C-0F92-7423-5E8AE0B4E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916" y="924426"/>
            <a:ext cx="6376341" cy="42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36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FF620-4C87-D957-2AD0-C6DAD13D8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65" y="-1031"/>
            <a:ext cx="10515600" cy="1325563"/>
          </a:xfrm>
        </p:spPr>
        <p:txBody>
          <a:bodyPr/>
          <a:lstStyle/>
          <a:p>
            <a:r>
              <a:rPr lang="en-US" dirty="0"/>
              <a:t>Future Work: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032CE9-728E-4EBC-67E3-24A0D152EA61}"/>
              </a:ext>
            </a:extLst>
          </p:cNvPr>
          <p:cNvSpPr txBox="1"/>
          <p:nvPr/>
        </p:nvSpPr>
        <p:spPr>
          <a:xfrm>
            <a:off x="1085762" y="1462216"/>
            <a:ext cx="906402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Currently models tried to be matched with </a:t>
            </a:r>
            <a:r>
              <a:rPr lang="en-US" dirty="0" err="1"/>
              <a:t>matlab</a:t>
            </a:r>
            <a:r>
              <a:rPr lang="en-US" dirty="0"/>
              <a:t> models.</a:t>
            </a:r>
          </a:p>
          <a:p>
            <a:endParaRPr lang="en-US" dirty="0"/>
          </a:p>
          <a:p>
            <a:r>
              <a:rPr lang="en-US" dirty="0"/>
              <a:t>Also Buck converter is created with this model but, </a:t>
            </a:r>
            <a:r>
              <a:rPr lang="en-US" dirty="0" err="1"/>
              <a:t>meaningfull</a:t>
            </a:r>
            <a:r>
              <a:rPr lang="en-US" dirty="0"/>
              <a:t> results are not seen yet</a:t>
            </a:r>
          </a:p>
        </p:txBody>
      </p:sp>
    </p:spTree>
    <p:extLst>
      <p:ext uri="{BB962C8B-B14F-4D97-AF65-F5344CB8AC3E}">
        <p14:creationId xmlns:p14="http://schemas.microsoft.com/office/powerpoint/2010/main" val="3869051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64339-6278-8823-1300-15E44DAAB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-1031"/>
            <a:ext cx="10515600" cy="1325563"/>
          </a:xfrm>
        </p:spPr>
        <p:txBody>
          <a:bodyPr/>
          <a:lstStyle/>
          <a:p>
            <a:r>
              <a:rPr lang="en-US" dirty="0"/>
              <a:t>Problem:</a:t>
            </a:r>
          </a:p>
        </p:txBody>
      </p:sp>
      <p:pic>
        <p:nvPicPr>
          <p:cNvPr id="3" name="Picture 2" descr="A computer screen shot of a computer diagram&#10;&#10;AI-generated content may be incorrect.">
            <a:extLst>
              <a:ext uri="{FF2B5EF4-FFF2-40B4-BE49-F238E27FC236}">
                <a16:creationId xmlns:a16="http://schemas.microsoft.com/office/drawing/2014/main" id="{F7434928-1E7B-296A-3F3F-E4C93C238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6498"/>
            <a:ext cx="12192000" cy="236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65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84191-DF6C-2FC1-3AB6-583D41E29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60" y="-1031"/>
            <a:ext cx="10515600" cy="751589"/>
          </a:xfrm>
        </p:spPr>
        <p:txBody>
          <a:bodyPr/>
          <a:lstStyle/>
          <a:p>
            <a:r>
              <a:rPr lang="en-US" dirty="0"/>
              <a:t>Logs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998B09-A6CE-B886-666A-CFDD28B2F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115"/>
            <a:ext cx="12192000" cy="2099483"/>
          </a:xfrm>
          <a:prstGeom prst="rect">
            <a:avLst/>
          </a:prstGeom>
        </p:spPr>
      </p:pic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2719C2A-CDBF-DCEE-9BC3-2E52C3E72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2192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103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Problems when modelling PV buck converter in verilogA</vt:lpstr>
      <vt:lpstr>Setup:</vt:lpstr>
      <vt:lpstr>Model and Params (still under improvement):</vt:lpstr>
      <vt:lpstr>PowerPoint Presentation</vt:lpstr>
      <vt:lpstr>Future Work:</vt:lpstr>
      <vt:lpstr>Problem:</vt:lpstr>
      <vt:lpstr>Logs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253</cp:revision>
  <dcterms:created xsi:type="dcterms:W3CDTF">2025-02-17T07:46:45Z</dcterms:created>
  <dcterms:modified xsi:type="dcterms:W3CDTF">2025-08-14T10:57:13Z</dcterms:modified>
</cp:coreProperties>
</file>