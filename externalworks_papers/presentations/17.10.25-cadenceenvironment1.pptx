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2" r:id="rId6"/>
    <p:sldId id="261" r:id="rId7"/>
    <p:sldId id="264" r:id="rId8"/>
    <p:sldId id="265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51F0FA-F6B4-EB63-9E30-8DE737FE62E4}" v="623" dt="2025-10-16T21:48:02.0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hmet GOK [ATEKMIDAS]" userId="S::mehmet.gok@atekmidas.com::7feb05d9-d34f-43dc-bf8b-cf41f93a39a1" providerId="AD" clId="Web-{2A564BFD-E2E0-D2ED-440E-493B8E27CAFB}"/>
    <pc:docChg chg="addSld delSld modSld sldOrd">
      <pc:chgData name="Mehmet GOK [ATEKMIDAS]" userId="S::mehmet.gok@atekmidas.com::7feb05d9-d34f-43dc-bf8b-cf41f93a39a1" providerId="AD" clId="Web-{2A564BFD-E2E0-D2ED-440E-493B8E27CAFB}" dt="2025-10-03T10:05:46.783" v="374" actId="20577"/>
      <pc:docMkLst>
        <pc:docMk/>
      </pc:docMkLst>
      <pc:sldChg chg="modSp">
        <pc:chgData name="Mehmet GOK [ATEKMIDAS]" userId="S::mehmet.gok@atekmidas.com::7feb05d9-d34f-43dc-bf8b-cf41f93a39a1" providerId="AD" clId="Web-{2A564BFD-E2E0-D2ED-440E-493B8E27CAFB}" dt="2025-10-03T09:45:53.505" v="13" actId="20577"/>
        <pc:sldMkLst>
          <pc:docMk/>
          <pc:sldMk cId="109857222" sldId="256"/>
        </pc:sldMkLst>
        <pc:spChg chg="mod">
          <ac:chgData name="Mehmet GOK [ATEKMIDAS]" userId="S::mehmet.gok@atekmidas.com::7feb05d9-d34f-43dc-bf8b-cf41f93a39a1" providerId="AD" clId="Web-{2A564BFD-E2E0-D2ED-440E-493B8E27CAFB}" dt="2025-10-03T09:45:53.505" v="13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addSp delSp modSp new ord">
        <pc:chgData name="Mehmet GOK [ATEKMIDAS]" userId="S::mehmet.gok@atekmidas.com::7feb05d9-d34f-43dc-bf8b-cf41f93a39a1" providerId="AD" clId="Web-{2A564BFD-E2E0-D2ED-440E-493B8E27CAFB}" dt="2025-10-03T09:55:58.552" v="93"/>
        <pc:sldMkLst>
          <pc:docMk/>
          <pc:sldMk cId="2486854662" sldId="258"/>
        </pc:sldMkLst>
      </pc:sldChg>
    </pc:docChg>
  </pc:docChgLst>
  <pc:docChgLst>
    <pc:chgData name="Mehmet GOK [ATEKMIDAS]" userId="S::mehmet.gok@atekmidas.com::7feb05d9-d34f-43dc-bf8b-cf41f93a39a1" providerId="AD" clId="Web-{1B51F0FA-F6B4-EB63-9E30-8DE737FE62E4}"/>
    <pc:docChg chg="addSld delSld modSld">
      <pc:chgData name="Mehmet GOK [ATEKMIDAS]" userId="S::mehmet.gok@atekmidas.com::7feb05d9-d34f-43dc-bf8b-cf41f93a39a1" providerId="AD" clId="Web-{1B51F0FA-F6B4-EB63-9E30-8DE737FE62E4}" dt="2025-10-16T21:48:02.064" v="409" actId="20577"/>
      <pc:docMkLst>
        <pc:docMk/>
      </pc:docMkLst>
      <pc:sldChg chg="del">
        <pc:chgData name="Mehmet GOK [ATEKMIDAS]" userId="S::mehmet.gok@atekmidas.com::7feb05d9-d34f-43dc-bf8b-cf41f93a39a1" providerId="AD" clId="Web-{1B51F0FA-F6B4-EB63-9E30-8DE737FE62E4}" dt="2025-10-16T21:26:57.110" v="124"/>
        <pc:sldMkLst>
          <pc:docMk/>
          <pc:sldMk cId="2853408915" sldId="257"/>
        </pc:sldMkLst>
      </pc:sldChg>
      <pc:sldChg chg="addSp delSp modSp">
        <pc:chgData name="Mehmet GOK [ATEKMIDAS]" userId="S::mehmet.gok@atekmidas.com::7feb05d9-d34f-43dc-bf8b-cf41f93a39a1" providerId="AD" clId="Web-{1B51F0FA-F6B4-EB63-9E30-8DE737FE62E4}" dt="2025-10-16T21:26:50.360" v="120" actId="1076"/>
        <pc:sldMkLst>
          <pc:docMk/>
          <pc:sldMk cId="2486854662" sldId="258"/>
        </pc:sldMkLst>
        <pc:spChg chg="del">
          <ac:chgData name="Mehmet GOK [ATEKMIDAS]" userId="S::mehmet.gok@atekmidas.com::7feb05d9-d34f-43dc-bf8b-cf41f93a39a1" providerId="AD" clId="Web-{1B51F0FA-F6B4-EB63-9E30-8DE737FE62E4}" dt="2025-10-16T21:21:33.808" v="2"/>
          <ac:spMkLst>
            <pc:docMk/>
            <pc:sldMk cId="2486854662" sldId="258"/>
            <ac:spMk id="2" creationId="{64082300-380B-0525-3C1D-56AB9A75C38B}"/>
          </ac:spMkLst>
        </pc:spChg>
        <pc:spChg chg="del">
          <ac:chgData name="Mehmet GOK [ATEKMIDAS]" userId="S::mehmet.gok@atekmidas.com::7feb05d9-d34f-43dc-bf8b-cf41f93a39a1" providerId="AD" clId="Web-{1B51F0FA-F6B4-EB63-9E30-8DE737FE62E4}" dt="2025-10-16T21:21:33.808" v="0"/>
          <ac:spMkLst>
            <pc:docMk/>
            <pc:sldMk cId="2486854662" sldId="258"/>
            <ac:spMk id="5" creationId="{DBDAB50D-91F6-933E-F408-69FD64F82E9C}"/>
          </ac:spMkLst>
        </pc:spChg>
        <pc:spChg chg="add del mod">
          <ac:chgData name="Mehmet GOK [ATEKMIDAS]" userId="S::mehmet.gok@atekmidas.com::7feb05d9-d34f-43dc-bf8b-cf41f93a39a1" providerId="AD" clId="Web-{1B51F0FA-F6B4-EB63-9E30-8DE737FE62E4}" dt="2025-10-16T21:21:35.980" v="3"/>
          <ac:spMkLst>
            <pc:docMk/>
            <pc:sldMk cId="2486854662" sldId="258"/>
            <ac:spMk id="6" creationId="{75982761-E81E-D853-7EC9-C79ECF22CE9E}"/>
          </ac:spMkLst>
        </pc:spChg>
        <pc:spChg chg="add mod">
          <ac:chgData name="Mehmet GOK [ATEKMIDAS]" userId="S::mehmet.gok@atekmidas.com::7feb05d9-d34f-43dc-bf8b-cf41f93a39a1" providerId="AD" clId="Web-{1B51F0FA-F6B4-EB63-9E30-8DE737FE62E4}" dt="2025-10-16T21:21:56.339" v="12" actId="20577"/>
          <ac:spMkLst>
            <pc:docMk/>
            <pc:sldMk cId="2486854662" sldId="258"/>
            <ac:spMk id="8" creationId="{AC91215E-B6B9-4C8E-7FBF-F7261264804D}"/>
          </ac:spMkLst>
        </pc:spChg>
        <pc:spChg chg="add del mod">
          <ac:chgData name="Mehmet GOK [ATEKMIDAS]" userId="S::mehmet.gok@atekmidas.com::7feb05d9-d34f-43dc-bf8b-cf41f93a39a1" providerId="AD" clId="Web-{1B51F0FA-F6B4-EB63-9E30-8DE737FE62E4}" dt="2025-10-16T21:22:06.965" v="16"/>
          <ac:spMkLst>
            <pc:docMk/>
            <pc:sldMk cId="2486854662" sldId="258"/>
            <ac:spMk id="9" creationId="{3996416E-D614-8075-1166-6F665F4DC926}"/>
          </ac:spMkLst>
        </pc:spChg>
        <pc:spChg chg="add mod">
          <ac:chgData name="Mehmet GOK [ATEKMIDAS]" userId="S::mehmet.gok@atekmidas.com::7feb05d9-d34f-43dc-bf8b-cf41f93a39a1" providerId="AD" clId="Web-{1B51F0FA-F6B4-EB63-9E30-8DE737FE62E4}" dt="2025-10-16T21:25:30.484" v="94" actId="14100"/>
          <ac:spMkLst>
            <pc:docMk/>
            <pc:sldMk cId="2486854662" sldId="258"/>
            <ac:spMk id="10" creationId="{516BD682-CFCE-94D1-E55A-321CE076CCB3}"/>
          </ac:spMkLst>
        </pc:spChg>
        <pc:spChg chg="add mod">
          <ac:chgData name="Mehmet GOK [ATEKMIDAS]" userId="S::mehmet.gok@atekmidas.com::7feb05d9-d34f-43dc-bf8b-cf41f93a39a1" providerId="AD" clId="Web-{1B51F0FA-F6B4-EB63-9E30-8DE737FE62E4}" dt="2025-10-16T21:22:50.856" v="35" actId="14100"/>
          <ac:spMkLst>
            <pc:docMk/>
            <pc:sldMk cId="2486854662" sldId="258"/>
            <ac:spMk id="11" creationId="{74158A85-0927-877A-4E68-B958A418AE2A}"/>
          </ac:spMkLst>
        </pc:spChg>
        <pc:spChg chg="add mod">
          <ac:chgData name="Mehmet GOK [ATEKMIDAS]" userId="S::mehmet.gok@atekmidas.com::7feb05d9-d34f-43dc-bf8b-cf41f93a39a1" providerId="AD" clId="Web-{1B51F0FA-F6B4-EB63-9E30-8DE737FE62E4}" dt="2025-10-16T21:25:51.281" v="98" actId="14100"/>
          <ac:spMkLst>
            <pc:docMk/>
            <pc:sldMk cId="2486854662" sldId="258"/>
            <ac:spMk id="12" creationId="{4A7778A2-651B-F3E4-8631-BE26844EDED0}"/>
          </ac:spMkLst>
        </pc:spChg>
        <pc:spChg chg="add del mod">
          <ac:chgData name="Mehmet GOK [ATEKMIDAS]" userId="S::mehmet.gok@atekmidas.com::7feb05d9-d34f-43dc-bf8b-cf41f93a39a1" providerId="AD" clId="Web-{1B51F0FA-F6B4-EB63-9E30-8DE737FE62E4}" dt="2025-10-16T21:23:12.591" v="46"/>
          <ac:spMkLst>
            <pc:docMk/>
            <pc:sldMk cId="2486854662" sldId="258"/>
            <ac:spMk id="13" creationId="{0581831A-6DFE-334D-5580-11137D61F2BC}"/>
          </ac:spMkLst>
        </pc:spChg>
        <pc:spChg chg="add mod">
          <ac:chgData name="Mehmet GOK [ATEKMIDAS]" userId="S::mehmet.gok@atekmidas.com::7feb05d9-d34f-43dc-bf8b-cf41f93a39a1" providerId="AD" clId="Web-{1B51F0FA-F6B4-EB63-9E30-8DE737FE62E4}" dt="2025-10-16T21:23:23.997" v="50" actId="20577"/>
          <ac:spMkLst>
            <pc:docMk/>
            <pc:sldMk cId="2486854662" sldId="258"/>
            <ac:spMk id="14" creationId="{2500C30F-E81D-FDA2-2A9A-F845418D5D00}"/>
          </ac:spMkLst>
        </pc:spChg>
        <pc:spChg chg="add mod">
          <ac:chgData name="Mehmet GOK [ATEKMIDAS]" userId="S::mehmet.gok@atekmidas.com::7feb05d9-d34f-43dc-bf8b-cf41f93a39a1" providerId="AD" clId="Web-{1B51F0FA-F6B4-EB63-9E30-8DE737FE62E4}" dt="2025-10-16T21:25:47.531" v="96" actId="14100"/>
          <ac:spMkLst>
            <pc:docMk/>
            <pc:sldMk cId="2486854662" sldId="258"/>
            <ac:spMk id="15" creationId="{BA562917-DBBC-AB23-7C07-1273BB4B3991}"/>
          </ac:spMkLst>
        </pc:spChg>
        <pc:spChg chg="add del">
          <ac:chgData name="Mehmet GOK [ATEKMIDAS]" userId="S::mehmet.gok@atekmidas.com::7feb05d9-d34f-43dc-bf8b-cf41f93a39a1" providerId="AD" clId="Web-{1B51F0FA-F6B4-EB63-9E30-8DE737FE62E4}" dt="2025-10-16T21:23:38.701" v="55"/>
          <ac:spMkLst>
            <pc:docMk/>
            <pc:sldMk cId="2486854662" sldId="258"/>
            <ac:spMk id="16" creationId="{201AF6F4-6009-C9B3-A02E-4A5CEC7B3F75}"/>
          </ac:spMkLst>
        </pc:spChg>
        <pc:spChg chg="add mod">
          <ac:chgData name="Mehmet GOK [ATEKMIDAS]" userId="S::mehmet.gok@atekmidas.com::7feb05d9-d34f-43dc-bf8b-cf41f93a39a1" providerId="AD" clId="Web-{1B51F0FA-F6B4-EB63-9E30-8DE737FE62E4}" dt="2025-10-16T21:23:55.467" v="63" actId="20577"/>
          <ac:spMkLst>
            <pc:docMk/>
            <pc:sldMk cId="2486854662" sldId="258"/>
            <ac:spMk id="17" creationId="{60B4A7AE-9BC2-49B1-FE3A-17912C8E1ED5}"/>
          </ac:spMkLst>
        </pc:spChg>
        <pc:spChg chg="add mod">
          <ac:chgData name="Mehmet GOK [ATEKMIDAS]" userId="S::mehmet.gok@atekmidas.com::7feb05d9-d34f-43dc-bf8b-cf41f93a39a1" providerId="AD" clId="Web-{1B51F0FA-F6B4-EB63-9E30-8DE737FE62E4}" dt="2025-10-16T21:25:01.421" v="82" actId="14100"/>
          <ac:spMkLst>
            <pc:docMk/>
            <pc:sldMk cId="2486854662" sldId="258"/>
            <ac:spMk id="18" creationId="{6305419C-1567-2402-9CFF-F88F3238F680}"/>
          </ac:spMkLst>
        </pc:spChg>
        <pc:spChg chg="add mod">
          <ac:chgData name="Mehmet GOK [ATEKMIDAS]" userId="S::mehmet.gok@atekmidas.com::7feb05d9-d34f-43dc-bf8b-cf41f93a39a1" providerId="AD" clId="Web-{1B51F0FA-F6B4-EB63-9E30-8DE737FE62E4}" dt="2025-10-16T21:26:42.313" v="117" actId="1076"/>
          <ac:spMkLst>
            <pc:docMk/>
            <pc:sldMk cId="2486854662" sldId="258"/>
            <ac:spMk id="19" creationId="{695F08D9-2C6C-1B76-71C3-3749A7C7BD54}"/>
          </ac:spMkLst>
        </pc:spChg>
        <pc:spChg chg="add del">
          <ac:chgData name="Mehmet GOK [ATEKMIDAS]" userId="S::mehmet.gok@atekmidas.com::7feb05d9-d34f-43dc-bf8b-cf41f93a39a1" providerId="AD" clId="Web-{1B51F0FA-F6B4-EB63-9E30-8DE737FE62E4}" dt="2025-10-16T21:25:06.515" v="84"/>
          <ac:spMkLst>
            <pc:docMk/>
            <pc:sldMk cId="2486854662" sldId="258"/>
            <ac:spMk id="20" creationId="{958F95CC-CF8E-0EC5-4A64-B90453C18959}"/>
          </ac:spMkLst>
        </pc:spChg>
        <pc:spChg chg="add mod">
          <ac:chgData name="Mehmet GOK [ATEKMIDAS]" userId="S::mehmet.gok@atekmidas.com::7feb05d9-d34f-43dc-bf8b-cf41f93a39a1" providerId="AD" clId="Web-{1B51F0FA-F6B4-EB63-9E30-8DE737FE62E4}" dt="2025-10-16T21:25:13.874" v="87" actId="14100"/>
          <ac:spMkLst>
            <pc:docMk/>
            <pc:sldMk cId="2486854662" sldId="258"/>
            <ac:spMk id="21" creationId="{B397471C-089A-146A-101D-D3C828C90BB5}"/>
          </ac:spMkLst>
        </pc:spChg>
        <pc:spChg chg="add mod">
          <ac:chgData name="Mehmet GOK [ATEKMIDAS]" userId="S::mehmet.gok@atekmidas.com::7feb05d9-d34f-43dc-bf8b-cf41f93a39a1" providerId="AD" clId="Web-{1B51F0FA-F6B4-EB63-9E30-8DE737FE62E4}" dt="2025-10-16T21:26:45.016" v="118" actId="1076"/>
          <ac:spMkLst>
            <pc:docMk/>
            <pc:sldMk cId="2486854662" sldId="258"/>
            <ac:spMk id="22" creationId="{D75EFB0E-3A9E-5040-05D3-748D42EDFA68}"/>
          </ac:spMkLst>
        </pc:spChg>
        <pc:spChg chg="add mod">
          <ac:chgData name="Mehmet GOK [ATEKMIDAS]" userId="S::mehmet.gok@atekmidas.com::7feb05d9-d34f-43dc-bf8b-cf41f93a39a1" providerId="AD" clId="Web-{1B51F0FA-F6B4-EB63-9E30-8DE737FE62E4}" dt="2025-10-16T21:26:19.594" v="106" actId="1076"/>
          <ac:spMkLst>
            <pc:docMk/>
            <pc:sldMk cId="2486854662" sldId="258"/>
            <ac:spMk id="25" creationId="{028EB516-F8D6-E852-F17F-988690B4244C}"/>
          </ac:spMkLst>
        </pc:spChg>
        <pc:spChg chg="add mod">
          <ac:chgData name="Mehmet GOK [ATEKMIDAS]" userId="S::mehmet.gok@atekmidas.com::7feb05d9-d34f-43dc-bf8b-cf41f93a39a1" providerId="AD" clId="Web-{1B51F0FA-F6B4-EB63-9E30-8DE737FE62E4}" dt="2025-10-16T21:26:23.656" v="108" actId="1076"/>
          <ac:spMkLst>
            <pc:docMk/>
            <pc:sldMk cId="2486854662" sldId="258"/>
            <ac:spMk id="26" creationId="{B78EF4A3-4BE3-C50F-556C-2657D14A7AA6}"/>
          </ac:spMkLst>
        </pc:spChg>
        <pc:spChg chg="add mod">
          <ac:chgData name="Mehmet GOK [ATEKMIDAS]" userId="S::mehmet.gok@atekmidas.com::7feb05d9-d34f-43dc-bf8b-cf41f93a39a1" providerId="AD" clId="Web-{1B51F0FA-F6B4-EB63-9E30-8DE737FE62E4}" dt="2025-10-16T21:26:26.547" v="110" actId="1076"/>
          <ac:spMkLst>
            <pc:docMk/>
            <pc:sldMk cId="2486854662" sldId="258"/>
            <ac:spMk id="27" creationId="{3B0A174E-B17E-B2C7-4DCB-FB34145D7594}"/>
          </ac:spMkLst>
        </pc:spChg>
        <pc:spChg chg="add mod">
          <ac:chgData name="Mehmet GOK [ATEKMIDAS]" userId="S::mehmet.gok@atekmidas.com::7feb05d9-d34f-43dc-bf8b-cf41f93a39a1" providerId="AD" clId="Web-{1B51F0FA-F6B4-EB63-9E30-8DE737FE62E4}" dt="2025-10-16T21:26:39.844" v="116" actId="1076"/>
          <ac:spMkLst>
            <pc:docMk/>
            <pc:sldMk cId="2486854662" sldId="258"/>
            <ac:spMk id="28" creationId="{EB19C554-087A-CC8C-C0C4-56121EBD0356}"/>
          </ac:spMkLst>
        </pc:spChg>
        <pc:spChg chg="add mod">
          <ac:chgData name="Mehmet GOK [ATEKMIDAS]" userId="S::mehmet.gok@atekmidas.com::7feb05d9-d34f-43dc-bf8b-cf41f93a39a1" providerId="AD" clId="Web-{1B51F0FA-F6B4-EB63-9E30-8DE737FE62E4}" dt="2025-10-16T21:26:50.360" v="120" actId="1076"/>
          <ac:spMkLst>
            <pc:docMk/>
            <pc:sldMk cId="2486854662" sldId="258"/>
            <ac:spMk id="29" creationId="{2C76A1BC-EB23-B90E-695D-6891F7F5A973}"/>
          </ac:spMkLst>
        </pc:spChg>
        <pc:picChg chg="del">
          <ac:chgData name="Mehmet GOK [ATEKMIDAS]" userId="S::mehmet.gok@atekmidas.com::7feb05d9-d34f-43dc-bf8b-cf41f93a39a1" providerId="AD" clId="Web-{1B51F0FA-F6B4-EB63-9E30-8DE737FE62E4}" dt="2025-10-16T21:21:33.808" v="1"/>
          <ac:picMkLst>
            <pc:docMk/>
            <pc:sldMk cId="2486854662" sldId="258"/>
            <ac:picMk id="4" creationId="{1F330F9B-F430-A5A8-9851-92F374BAB797}"/>
          </ac:picMkLst>
        </pc:picChg>
        <pc:picChg chg="add mod">
          <ac:chgData name="Mehmet GOK [ATEKMIDAS]" userId="S::mehmet.gok@atekmidas.com::7feb05d9-d34f-43dc-bf8b-cf41f93a39a1" providerId="AD" clId="Web-{1B51F0FA-F6B4-EB63-9E30-8DE737FE62E4}" dt="2025-10-16T21:23:00.138" v="40" actId="1076"/>
          <ac:picMkLst>
            <pc:docMk/>
            <pc:sldMk cId="2486854662" sldId="258"/>
            <ac:picMk id="7" creationId="{3C0FBA12-5703-D33D-893D-63F1DED37035}"/>
          </ac:picMkLst>
        </pc:picChg>
        <pc:cxnChg chg="add del">
          <ac:chgData name="Mehmet GOK [ATEKMIDAS]" userId="S::mehmet.gok@atekmidas.com::7feb05d9-d34f-43dc-bf8b-cf41f93a39a1" providerId="AD" clId="Web-{1B51F0FA-F6B4-EB63-9E30-8DE737FE62E4}" dt="2025-10-16T21:25:59.125" v="100"/>
          <ac:cxnSpMkLst>
            <pc:docMk/>
            <pc:sldMk cId="2486854662" sldId="258"/>
            <ac:cxnSpMk id="23" creationId="{8FE3EA51-3AE0-7B6C-AF2F-FE2B4F01B893}"/>
          </ac:cxnSpMkLst>
        </pc:cxnChg>
        <pc:cxnChg chg="add del">
          <ac:chgData name="Mehmet GOK [ATEKMIDAS]" userId="S::mehmet.gok@atekmidas.com::7feb05d9-d34f-43dc-bf8b-cf41f93a39a1" providerId="AD" clId="Web-{1B51F0FA-F6B4-EB63-9E30-8DE737FE62E4}" dt="2025-10-16T21:26:04.937" v="102"/>
          <ac:cxnSpMkLst>
            <pc:docMk/>
            <pc:sldMk cId="2486854662" sldId="258"/>
            <ac:cxnSpMk id="24" creationId="{2D5F2D67-D8CA-3D49-9BF8-6A30DA160E00}"/>
          </ac:cxnSpMkLst>
        </pc:cxnChg>
      </pc:sldChg>
      <pc:sldChg chg="del">
        <pc:chgData name="Mehmet GOK [ATEKMIDAS]" userId="S::mehmet.gok@atekmidas.com::7feb05d9-d34f-43dc-bf8b-cf41f93a39a1" providerId="AD" clId="Web-{1B51F0FA-F6B4-EB63-9E30-8DE737FE62E4}" dt="2025-10-16T21:26:57.672" v="125"/>
        <pc:sldMkLst>
          <pc:docMk/>
          <pc:sldMk cId="3927282808" sldId="259"/>
        </pc:sldMkLst>
      </pc:sldChg>
      <pc:sldChg chg="addSp delSp modSp new">
        <pc:chgData name="Mehmet GOK [ATEKMIDAS]" userId="S::mehmet.gok@atekmidas.com::7feb05d9-d34f-43dc-bf8b-cf41f93a39a1" providerId="AD" clId="Web-{1B51F0FA-F6B4-EB63-9E30-8DE737FE62E4}" dt="2025-10-16T21:29:18.224" v="205" actId="20577"/>
        <pc:sldMkLst>
          <pc:docMk/>
          <pc:sldMk cId="4268205638" sldId="259"/>
        </pc:sldMkLst>
        <pc:spChg chg="mod">
          <ac:chgData name="Mehmet GOK [ATEKMIDAS]" userId="S::mehmet.gok@atekmidas.com::7feb05d9-d34f-43dc-bf8b-cf41f93a39a1" providerId="AD" clId="Web-{1B51F0FA-F6B4-EB63-9E30-8DE737FE62E4}" dt="2025-10-16T21:27:18.094" v="136" actId="1076"/>
          <ac:spMkLst>
            <pc:docMk/>
            <pc:sldMk cId="4268205638" sldId="259"/>
            <ac:spMk id="2" creationId="{3BE3DC8A-6287-6B01-11CC-A1E145F69993}"/>
          </ac:spMkLst>
        </pc:spChg>
        <pc:spChg chg="del">
          <ac:chgData name="Mehmet GOK [ATEKMIDAS]" userId="S::mehmet.gok@atekmidas.com::7feb05d9-d34f-43dc-bf8b-cf41f93a39a1" providerId="AD" clId="Web-{1B51F0FA-F6B4-EB63-9E30-8DE737FE62E4}" dt="2025-10-16T21:27:19.438" v="137"/>
          <ac:spMkLst>
            <pc:docMk/>
            <pc:sldMk cId="4268205638" sldId="259"/>
            <ac:spMk id="3" creationId="{58025F72-4612-8025-D33D-EB03E139BB51}"/>
          </ac:spMkLst>
        </pc:spChg>
        <pc:spChg chg="add mod">
          <ac:chgData name="Mehmet GOK [ATEKMIDAS]" userId="S::mehmet.gok@atekmidas.com::7feb05d9-d34f-43dc-bf8b-cf41f93a39a1" providerId="AD" clId="Web-{1B51F0FA-F6B4-EB63-9E30-8DE737FE62E4}" dt="2025-10-16T21:29:18.224" v="205" actId="20577"/>
          <ac:spMkLst>
            <pc:docMk/>
            <pc:sldMk cId="4268205638" sldId="259"/>
            <ac:spMk id="7" creationId="{9A0BF2DC-9043-D09A-850B-6066F1845ABC}"/>
          </ac:spMkLst>
        </pc:spChg>
        <pc:picChg chg="add del mod">
          <ac:chgData name="Mehmet GOK [ATEKMIDAS]" userId="S::mehmet.gok@atekmidas.com::7feb05d9-d34f-43dc-bf8b-cf41f93a39a1" providerId="AD" clId="Web-{1B51F0FA-F6B4-EB63-9E30-8DE737FE62E4}" dt="2025-10-16T21:27:55.829" v="141"/>
          <ac:picMkLst>
            <pc:docMk/>
            <pc:sldMk cId="4268205638" sldId="259"/>
            <ac:picMk id="4" creationId="{85AE50CB-5244-EEEF-E406-6E3FEA8F1390}"/>
          </ac:picMkLst>
        </pc:picChg>
        <pc:picChg chg="add mod">
          <ac:chgData name="Mehmet GOK [ATEKMIDAS]" userId="S::mehmet.gok@atekmidas.com::7feb05d9-d34f-43dc-bf8b-cf41f93a39a1" providerId="AD" clId="Web-{1B51F0FA-F6B4-EB63-9E30-8DE737FE62E4}" dt="2025-10-16T21:28:19.518" v="144" actId="14100"/>
          <ac:picMkLst>
            <pc:docMk/>
            <pc:sldMk cId="4268205638" sldId="259"/>
            <ac:picMk id="5" creationId="{DDE04652-DD64-8FE7-291B-10E6848DBCD1}"/>
          </ac:picMkLst>
        </pc:picChg>
        <pc:picChg chg="add mod">
          <ac:chgData name="Mehmet GOK [ATEKMIDAS]" userId="S::mehmet.gok@atekmidas.com::7feb05d9-d34f-43dc-bf8b-cf41f93a39a1" providerId="AD" clId="Web-{1B51F0FA-F6B4-EB63-9E30-8DE737FE62E4}" dt="2025-10-16T21:28:39.207" v="148" actId="1076"/>
          <ac:picMkLst>
            <pc:docMk/>
            <pc:sldMk cId="4268205638" sldId="259"/>
            <ac:picMk id="6" creationId="{5C46911C-93B5-27C5-07DC-E696E17735D2}"/>
          </ac:picMkLst>
        </pc:picChg>
      </pc:sldChg>
      <pc:sldChg chg="addSp delSp modSp new">
        <pc:chgData name="Mehmet GOK [ATEKMIDAS]" userId="S::mehmet.gok@atekmidas.com::7feb05d9-d34f-43dc-bf8b-cf41f93a39a1" providerId="AD" clId="Web-{1B51F0FA-F6B4-EB63-9E30-8DE737FE62E4}" dt="2025-10-16T21:36:13.844" v="280" actId="1076"/>
        <pc:sldMkLst>
          <pc:docMk/>
          <pc:sldMk cId="674573556" sldId="260"/>
        </pc:sldMkLst>
        <pc:spChg chg="del">
          <ac:chgData name="Mehmet GOK [ATEKMIDAS]" userId="S::mehmet.gok@atekmidas.com::7feb05d9-d34f-43dc-bf8b-cf41f93a39a1" providerId="AD" clId="Web-{1B51F0FA-F6B4-EB63-9E30-8DE737FE62E4}" dt="2025-10-16T21:29:21.318" v="208"/>
          <ac:spMkLst>
            <pc:docMk/>
            <pc:sldMk cId="674573556" sldId="260"/>
            <ac:spMk id="2" creationId="{FBF09E61-7E2F-8B2E-1660-9B4E530D238D}"/>
          </ac:spMkLst>
        </pc:spChg>
        <pc:spChg chg="del">
          <ac:chgData name="Mehmet GOK [ATEKMIDAS]" userId="S::mehmet.gok@atekmidas.com::7feb05d9-d34f-43dc-bf8b-cf41f93a39a1" providerId="AD" clId="Web-{1B51F0FA-F6B4-EB63-9E30-8DE737FE62E4}" dt="2025-10-16T21:29:21.318" v="207"/>
          <ac:spMkLst>
            <pc:docMk/>
            <pc:sldMk cId="674573556" sldId="260"/>
            <ac:spMk id="3" creationId="{FAEC417E-6DCB-3683-4313-9CFE8F159FA1}"/>
          </ac:spMkLst>
        </pc:spChg>
        <pc:spChg chg="add mod">
          <ac:chgData name="Mehmet GOK [ATEKMIDAS]" userId="S::mehmet.gok@atekmidas.com::7feb05d9-d34f-43dc-bf8b-cf41f93a39a1" providerId="AD" clId="Web-{1B51F0FA-F6B4-EB63-9E30-8DE737FE62E4}" dt="2025-10-16T21:29:52.773" v="213" actId="20577"/>
          <ac:spMkLst>
            <pc:docMk/>
            <pc:sldMk cId="674573556" sldId="260"/>
            <ac:spMk id="6" creationId="{278C2665-3517-7110-D44D-8CA85BA0A274}"/>
          </ac:spMkLst>
        </pc:spChg>
        <pc:spChg chg="add mod">
          <ac:chgData name="Mehmet GOK [ATEKMIDAS]" userId="S::mehmet.gok@atekmidas.com::7feb05d9-d34f-43dc-bf8b-cf41f93a39a1" providerId="AD" clId="Web-{1B51F0FA-F6B4-EB63-9E30-8DE737FE62E4}" dt="2025-10-16T21:35:52.969" v="274" actId="1076"/>
          <ac:spMkLst>
            <pc:docMk/>
            <pc:sldMk cId="674573556" sldId="260"/>
            <ac:spMk id="7" creationId="{DE76FD11-AB9C-75E8-79D4-D97E5B1A520C}"/>
          </ac:spMkLst>
        </pc:spChg>
        <pc:picChg chg="add mod">
          <ac:chgData name="Mehmet GOK [ATEKMIDAS]" userId="S::mehmet.gok@atekmidas.com::7feb05d9-d34f-43dc-bf8b-cf41f93a39a1" providerId="AD" clId="Web-{1B51F0FA-F6B4-EB63-9E30-8DE737FE62E4}" dt="2025-10-16T21:35:54.500" v="275" actId="14100"/>
          <ac:picMkLst>
            <pc:docMk/>
            <pc:sldMk cId="674573556" sldId="260"/>
            <ac:picMk id="4" creationId="{4C77BECA-3A3A-F81C-8AB7-D629A86740B2}"/>
          </ac:picMkLst>
        </pc:picChg>
        <pc:picChg chg="add del mod">
          <ac:chgData name="Mehmet GOK [ATEKMIDAS]" userId="S::mehmet.gok@atekmidas.com::7feb05d9-d34f-43dc-bf8b-cf41f93a39a1" providerId="AD" clId="Web-{1B51F0FA-F6B4-EB63-9E30-8DE737FE62E4}" dt="2025-10-16T21:36:11.329" v="278"/>
          <ac:picMkLst>
            <pc:docMk/>
            <pc:sldMk cId="674573556" sldId="260"/>
            <ac:picMk id="8" creationId="{C0086147-C610-B485-C9F7-66C0115D5B6F}"/>
          </ac:picMkLst>
        </pc:picChg>
        <pc:picChg chg="add mod">
          <ac:chgData name="Mehmet GOK [ATEKMIDAS]" userId="S::mehmet.gok@atekmidas.com::7feb05d9-d34f-43dc-bf8b-cf41f93a39a1" providerId="AD" clId="Web-{1B51F0FA-F6B4-EB63-9E30-8DE737FE62E4}" dt="2025-10-16T21:36:13.844" v="280" actId="1076"/>
          <ac:picMkLst>
            <pc:docMk/>
            <pc:sldMk cId="674573556" sldId="260"/>
            <ac:picMk id="9" creationId="{50B2CBC3-1971-4D7D-6405-291B9EB69C9F}"/>
          </ac:picMkLst>
        </pc:picChg>
      </pc:sldChg>
      <pc:sldChg chg="del">
        <pc:chgData name="Mehmet GOK [ATEKMIDAS]" userId="S::mehmet.gok@atekmidas.com::7feb05d9-d34f-43dc-bf8b-cf41f93a39a1" providerId="AD" clId="Web-{1B51F0FA-F6B4-EB63-9E30-8DE737FE62E4}" dt="2025-10-16T21:26:55.907" v="122"/>
        <pc:sldMkLst>
          <pc:docMk/>
          <pc:sldMk cId="1216390420" sldId="260"/>
        </pc:sldMkLst>
      </pc:sldChg>
      <pc:sldChg chg="del">
        <pc:chgData name="Mehmet GOK [ATEKMIDAS]" userId="S::mehmet.gok@atekmidas.com::7feb05d9-d34f-43dc-bf8b-cf41f93a39a1" providerId="AD" clId="Web-{1B51F0FA-F6B4-EB63-9E30-8DE737FE62E4}" dt="2025-10-16T21:26:56.485" v="123"/>
        <pc:sldMkLst>
          <pc:docMk/>
          <pc:sldMk cId="1758080893" sldId="261"/>
        </pc:sldMkLst>
      </pc:sldChg>
      <pc:sldChg chg="addSp delSp modSp new">
        <pc:chgData name="Mehmet GOK [ATEKMIDAS]" userId="S::mehmet.gok@atekmidas.com::7feb05d9-d34f-43dc-bf8b-cf41f93a39a1" providerId="AD" clId="Web-{1B51F0FA-F6B4-EB63-9E30-8DE737FE62E4}" dt="2025-10-16T21:41:13.459" v="337"/>
        <pc:sldMkLst>
          <pc:docMk/>
          <pc:sldMk cId="2101890077" sldId="261"/>
        </pc:sldMkLst>
        <pc:spChg chg="del">
          <ac:chgData name="Mehmet GOK [ATEKMIDAS]" userId="S::mehmet.gok@atekmidas.com::7feb05d9-d34f-43dc-bf8b-cf41f93a39a1" providerId="AD" clId="Web-{1B51F0FA-F6B4-EB63-9E30-8DE737FE62E4}" dt="2025-10-16T21:36:19.719" v="283"/>
          <ac:spMkLst>
            <pc:docMk/>
            <pc:sldMk cId="2101890077" sldId="261"/>
            <ac:spMk id="2" creationId="{D22A946A-52BC-B808-0BE6-D505EFAC53C5}"/>
          </ac:spMkLst>
        </pc:spChg>
        <pc:spChg chg="del">
          <ac:chgData name="Mehmet GOK [ATEKMIDAS]" userId="S::mehmet.gok@atekmidas.com::7feb05d9-d34f-43dc-bf8b-cf41f93a39a1" providerId="AD" clId="Web-{1B51F0FA-F6B4-EB63-9E30-8DE737FE62E4}" dt="2025-10-16T21:36:19.719" v="282"/>
          <ac:spMkLst>
            <pc:docMk/>
            <pc:sldMk cId="2101890077" sldId="261"/>
            <ac:spMk id="3" creationId="{66602F28-C52C-4865-FA45-AD5E6E80D4DB}"/>
          </ac:spMkLst>
        </pc:spChg>
        <pc:picChg chg="add del mod">
          <ac:chgData name="Mehmet GOK [ATEKMIDAS]" userId="S::mehmet.gok@atekmidas.com::7feb05d9-d34f-43dc-bf8b-cf41f93a39a1" providerId="AD" clId="Web-{1B51F0FA-F6B4-EB63-9E30-8DE737FE62E4}" dt="2025-10-16T21:41:12.662" v="336"/>
          <ac:picMkLst>
            <pc:docMk/>
            <pc:sldMk cId="2101890077" sldId="261"/>
            <ac:picMk id="5" creationId="{E16168AE-CC82-5CA2-2F8B-DD775E6F83FD}"/>
          </ac:picMkLst>
        </pc:picChg>
        <pc:picChg chg="add mod">
          <ac:chgData name="Mehmet GOK [ATEKMIDAS]" userId="S::mehmet.gok@atekmidas.com::7feb05d9-d34f-43dc-bf8b-cf41f93a39a1" providerId="AD" clId="Web-{1B51F0FA-F6B4-EB63-9E30-8DE737FE62E4}" dt="2025-10-16T21:41:13.459" v="337"/>
          <ac:picMkLst>
            <pc:docMk/>
            <pc:sldMk cId="2101890077" sldId="261"/>
            <ac:picMk id="6" creationId="{56B45CBC-6ED6-CAA6-3483-F932C2E3AE8E}"/>
          </ac:picMkLst>
        </pc:picChg>
      </pc:sldChg>
      <pc:sldChg chg="addSp delSp modSp add replId">
        <pc:chgData name="Mehmet GOK [ATEKMIDAS]" userId="S::mehmet.gok@atekmidas.com::7feb05d9-d34f-43dc-bf8b-cf41f93a39a1" providerId="AD" clId="Web-{1B51F0FA-F6B4-EB63-9E30-8DE737FE62E4}" dt="2025-10-16T21:39:51.536" v="332" actId="20577"/>
        <pc:sldMkLst>
          <pc:docMk/>
          <pc:sldMk cId="3782468238" sldId="262"/>
        </pc:sldMkLst>
        <pc:spChg chg="mod">
          <ac:chgData name="Mehmet GOK [ATEKMIDAS]" userId="S::mehmet.gok@atekmidas.com::7feb05d9-d34f-43dc-bf8b-cf41f93a39a1" providerId="AD" clId="Web-{1B51F0FA-F6B4-EB63-9E30-8DE737FE62E4}" dt="2025-10-16T21:39:21.999" v="300" actId="1076"/>
          <ac:spMkLst>
            <pc:docMk/>
            <pc:sldMk cId="3782468238" sldId="262"/>
            <ac:spMk id="6" creationId="{8FE2EAD5-8108-4319-A938-9F50712DA051}"/>
          </ac:spMkLst>
        </pc:spChg>
        <pc:spChg chg="del">
          <ac:chgData name="Mehmet GOK [ATEKMIDAS]" userId="S::mehmet.gok@atekmidas.com::7feb05d9-d34f-43dc-bf8b-cf41f93a39a1" providerId="AD" clId="Web-{1B51F0FA-F6B4-EB63-9E30-8DE737FE62E4}" dt="2025-10-16T21:37:39.034" v="287"/>
          <ac:spMkLst>
            <pc:docMk/>
            <pc:sldMk cId="3782468238" sldId="262"/>
            <ac:spMk id="7" creationId="{0DE50A6E-DBD9-1F8F-402A-A8534EA1D453}"/>
          </ac:spMkLst>
        </pc:spChg>
        <pc:spChg chg="add mod">
          <ac:chgData name="Mehmet GOK [ATEKMIDAS]" userId="S::mehmet.gok@atekmidas.com::7feb05d9-d34f-43dc-bf8b-cf41f93a39a1" providerId="AD" clId="Web-{1B51F0FA-F6B4-EB63-9E30-8DE737FE62E4}" dt="2025-10-16T21:39:51.536" v="332" actId="20577"/>
          <ac:spMkLst>
            <pc:docMk/>
            <pc:sldMk cId="3782468238" sldId="262"/>
            <ac:spMk id="8" creationId="{BC8664ED-5CD5-6024-A41D-E7A1204E7A62}"/>
          </ac:spMkLst>
        </pc:spChg>
        <pc:picChg chg="add mod">
          <ac:chgData name="Mehmet GOK [ATEKMIDAS]" userId="S::mehmet.gok@atekmidas.com::7feb05d9-d34f-43dc-bf8b-cf41f93a39a1" providerId="AD" clId="Web-{1B51F0FA-F6B4-EB63-9E30-8DE737FE62E4}" dt="2025-10-16T21:39:23.140" v="301" actId="1076"/>
          <ac:picMkLst>
            <pc:docMk/>
            <pc:sldMk cId="3782468238" sldId="262"/>
            <ac:picMk id="2" creationId="{2CFDCBC8-E670-3EFD-503E-33F34F9D1D4A}"/>
          </ac:picMkLst>
        </pc:picChg>
        <pc:picChg chg="add del mod">
          <ac:chgData name="Mehmet GOK [ATEKMIDAS]" userId="S::mehmet.gok@atekmidas.com::7feb05d9-d34f-43dc-bf8b-cf41f93a39a1" providerId="AD" clId="Web-{1B51F0FA-F6B4-EB63-9E30-8DE737FE62E4}" dt="2025-10-16T21:38:48.771" v="293"/>
          <ac:picMkLst>
            <pc:docMk/>
            <pc:sldMk cId="3782468238" sldId="262"/>
            <ac:picMk id="3" creationId="{DA2D001C-E623-FA2A-E98B-6266EA669B66}"/>
          </ac:picMkLst>
        </pc:picChg>
        <pc:picChg chg="del">
          <ac:chgData name="Mehmet GOK [ATEKMIDAS]" userId="S::mehmet.gok@atekmidas.com::7feb05d9-d34f-43dc-bf8b-cf41f93a39a1" providerId="AD" clId="Web-{1B51F0FA-F6B4-EB63-9E30-8DE737FE62E4}" dt="2025-10-16T21:37:25.096" v="286"/>
          <ac:picMkLst>
            <pc:docMk/>
            <pc:sldMk cId="3782468238" sldId="262"/>
            <ac:picMk id="4" creationId="{97EC1F56-C8A8-D08A-3239-27A1C6C13C99}"/>
          </ac:picMkLst>
        </pc:picChg>
        <pc:picChg chg="add mod">
          <ac:chgData name="Mehmet GOK [ATEKMIDAS]" userId="S::mehmet.gok@atekmidas.com::7feb05d9-d34f-43dc-bf8b-cf41f93a39a1" providerId="AD" clId="Web-{1B51F0FA-F6B4-EB63-9E30-8DE737FE62E4}" dt="2025-10-16T21:39:26.921" v="303" actId="14100"/>
          <ac:picMkLst>
            <pc:docMk/>
            <pc:sldMk cId="3782468238" sldId="262"/>
            <ac:picMk id="5" creationId="{490A0DCF-864B-D75F-C093-10A37F072A7F}"/>
          </ac:picMkLst>
        </pc:picChg>
        <pc:picChg chg="del">
          <ac:chgData name="Mehmet GOK [ATEKMIDAS]" userId="S::mehmet.gok@atekmidas.com::7feb05d9-d34f-43dc-bf8b-cf41f93a39a1" providerId="AD" clId="Web-{1B51F0FA-F6B4-EB63-9E30-8DE737FE62E4}" dt="2025-10-16T21:37:43.175" v="290"/>
          <ac:picMkLst>
            <pc:docMk/>
            <pc:sldMk cId="3782468238" sldId="262"/>
            <ac:picMk id="9" creationId="{35E6F2CE-11CF-61EB-1175-6E4639C85F10}"/>
          </ac:picMkLst>
        </pc:picChg>
      </pc:sldChg>
      <pc:sldChg chg="del">
        <pc:chgData name="Mehmet GOK [ATEKMIDAS]" userId="S::mehmet.gok@atekmidas.com::7feb05d9-d34f-43dc-bf8b-cf41f93a39a1" providerId="AD" clId="Web-{1B51F0FA-F6B4-EB63-9E30-8DE737FE62E4}" dt="2025-10-16T21:26:58.188" v="126"/>
        <pc:sldMkLst>
          <pc:docMk/>
          <pc:sldMk cId="3805168737" sldId="262"/>
        </pc:sldMkLst>
      </pc:sldChg>
      <pc:sldChg chg="modSp add del">
        <pc:chgData name="Mehmet GOK [ATEKMIDAS]" userId="S::mehmet.gok@atekmidas.com::7feb05d9-d34f-43dc-bf8b-cf41f93a39a1" providerId="AD" clId="Web-{1B51F0FA-F6B4-EB63-9E30-8DE737FE62E4}" dt="2025-10-16T21:48:02.064" v="409" actId="20577"/>
        <pc:sldMkLst>
          <pc:docMk/>
          <pc:sldMk cId="114379990" sldId="263"/>
        </pc:sldMkLst>
        <pc:spChg chg="mod">
          <ac:chgData name="Mehmet GOK [ATEKMIDAS]" userId="S::mehmet.gok@atekmidas.com::7feb05d9-d34f-43dc-bf8b-cf41f93a39a1" providerId="AD" clId="Web-{1B51F0FA-F6B4-EB63-9E30-8DE737FE62E4}" dt="2025-10-16T21:48:02.064" v="409" actId="20577"/>
          <ac:spMkLst>
            <pc:docMk/>
            <pc:sldMk cId="114379990" sldId="263"/>
            <ac:spMk id="3" creationId="{618C439E-798B-5B09-A21C-9AEA83E494B9}"/>
          </ac:spMkLst>
        </pc:spChg>
      </pc:sldChg>
      <pc:sldChg chg="new del">
        <pc:chgData name="Mehmet GOK [ATEKMIDAS]" userId="S::mehmet.gok@atekmidas.com::7feb05d9-d34f-43dc-bf8b-cf41f93a39a1" providerId="AD" clId="Web-{1B51F0FA-F6B4-EB63-9E30-8DE737FE62E4}" dt="2025-10-16T21:47:23.063" v="385"/>
        <pc:sldMkLst>
          <pc:docMk/>
          <pc:sldMk cId="2319809633" sldId="263"/>
        </pc:sldMkLst>
      </pc:sldChg>
      <pc:sldChg chg="add del replId">
        <pc:chgData name="Mehmet GOK [ATEKMIDAS]" userId="S::mehmet.gok@atekmidas.com::7feb05d9-d34f-43dc-bf8b-cf41f93a39a1" providerId="AD" clId="Web-{1B51F0FA-F6B4-EB63-9E30-8DE737FE62E4}" dt="2025-10-16T21:26:55.172" v="121"/>
        <pc:sldMkLst>
          <pc:docMk/>
          <pc:sldMk cId="610875153" sldId="264"/>
        </pc:sldMkLst>
      </pc:sldChg>
      <pc:sldChg chg="addSp delSp modSp new">
        <pc:chgData name="Mehmet GOK [ATEKMIDAS]" userId="S::mehmet.gok@atekmidas.com::7feb05d9-d34f-43dc-bf8b-cf41f93a39a1" providerId="AD" clId="Web-{1B51F0FA-F6B4-EB63-9E30-8DE737FE62E4}" dt="2025-10-16T21:45:57.606" v="375" actId="20577"/>
        <pc:sldMkLst>
          <pc:docMk/>
          <pc:sldMk cId="3221805173" sldId="264"/>
        </pc:sldMkLst>
        <pc:spChg chg="del">
          <ac:chgData name="Mehmet GOK [ATEKMIDAS]" userId="S::mehmet.gok@atekmidas.com::7feb05d9-d34f-43dc-bf8b-cf41f93a39a1" providerId="AD" clId="Web-{1B51F0FA-F6B4-EB63-9E30-8DE737FE62E4}" dt="2025-10-16T21:41:21.834" v="340"/>
          <ac:spMkLst>
            <pc:docMk/>
            <pc:sldMk cId="3221805173" sldId="264"/>
            <ac:spMk id="2" creationId="{28D31B27-444F-F816-876C-DE0623B27E74}"/>
          </ac:spMkLst>
        </pc:spChg>
        <pc:spChg chg="del">
          <ac:chgData name="Mehmet GOK [ATEKMIDAS]" userId="S::mehmet.gok@atekmidas.com::7feb05d9-d34f-43dc-bf8b-cf41f93a39a1" providerId="AD" clId="Web-{1B51F0FA-F6B4-EB63-9E30-8DE737FE62E4}" dt="2025-10-16T21:41:21.834" v="339"/>
          <ac:spMkLst>
            <pc:docMk/>
            <pc:sldMk cId="3221805173" sldId="264"/>
            <ac:spMk id="3" creationId="{D22AB3FF-59DD-A2C1-0218-944EEEBF81FF}"/>
          </ac:spMkLst>
        </pc:spChg>
        <pc:spChg chg="add mod">
          <ac:chgData name="Mehmet GOK [ATEKMIDAS]" userId="S::mehmet.gok@atekmidas.com::7feb05d9-d34f-43dc-bf8b-cf41f93a39a1" providerId="AD" clId="Web-{1B51F0FA-F6B4-EB63-9E30-8DE737FE62E4}" dt="2025-10-16T21:45:57.606" v="375" actId="20577"/>
          <ac:spMkLst>
            <pc:docMk/>
            <pc:sldMk cId="3221805173" sldId="264"/>
            <ac:spMk id="5" creationId="{14358476-5902-D7F3-7186-41EDF0FCF666}"/>
          </ac:spMkLst>
        </pc:spChg>
        <pc:spChg chg="add mod">
          <ac:chgData name="Mehmet GOK [ATEKMIDAS]" userId="S::mehmet.gok@atekmidas.com::7feb05d9-d34f-43dc-bf8b-cf41f93a39a1" providerId="AD" clId="Web-{1B51F0FA-F6B4-EB63-9E30-8DE737FE62E4}" dt="2025-10-16T21:45:54.543" v="374" actId="20577"/>
          <ac:spMkLst>
            <pc:docMk/>
            <pc:sldMk cId="3221805173" sldId="264"/>
            <ac:spMk id="6" creationId="{A3CD7CC6-AF7A-C9D2-7901-E1E46AB53225}"/>
          </ac:spMkLst>
        </pc:spChg>
        <pc:picChg chg="add mod">
          <ac:chgData name="Mehmet GOK [ATEKMIDAS]" userId="S::mehmet.gok@atekmidas.com::7feb05d9-d34f-43dc-bf8b-cf41f93a39a1" providerId="AD" clId="Web-{1B51F0FA-F6B4-EB63-9E30-8DE737FE62E4}" dt="2025-10-16T21:41:47.444" v="342" actId="1076"/>
          <ac:picMkLst>
            <pc:docMk/>
            <pc:sldMk cId="3221805173" sldId="264"/>
            <ac:picMk id="4" creationId="{BB89BADD-E713-9C87-73DE-66C7E264C4CF}"/>
          </ac:picMkLst>
        </pc:picChg>
      </pc:sldChg>
      <pc:sldChg chg="addSp delSp modSp new">
        <pc:chgData name="Mehmet GOK [ATEKMIDAS]" userId="S::mehmet.gok@atekmidas.com::7feb05d9-d34f-43dc-bf8b-cf41f93a39a1" providerId="AD" clId="Web-{1B51F0FA-F6B4-EB63-9E30-8DE737FE62E4}" dt="2025-10-16T21:47:18.203" v="384" actId="1076"/>
        <pc:sldMkLst>
          <pc:docMk/>
          <pc:sldMk cId="3097722220" sldId="265"/>
        </pc:sldMkLst>
        <pc:spChg chg="del">
          <ac:chgData name="Mehmet GOK [ATEKMIDAS]" userId="S::mehmet.gok@atekmidas.com::7feb05d9-d34f-43dc-bf8b-cf41f93a39a1" providerId="AD" clId="Web-{1B51F0FA-F6B4-EB63-9E30-8DE737FE62E4}" dt="2025-10-16T21:46:40.514" v="378"/>
          <ac:spMkLst>
            <pc:docMk/>
            <pc:sldMk cId="3097722220" sldId="265"/>
            <ac:spMk id="2" creationId="{218D8992-6E77-F5C0-08FA-8A1CB8481D2E}"/>
          </ac:spMkLst>
        </pc:spChg>
        <pc:spChg chg="del">
          <ac:chgData name="Mehmet GOK [ATEKMIDAS]" userId="S::mehmet.gok@atekmidas.com::7feb05d9-d34f-43dc-bf8b-cf41f93a39a1" providerId="AD" clId="Web-{1B51F0FA-F6B4-EB63-9E30-8DE737FE62E4}" dt="2025-10-16T21:46:40.514" v="377"/>
          <ac:spMkLst>
            <pc:docMk/>
            <pc:sldMk cId="3097722220" sldId="265"/>
            <ac:spMk id="3" creationId="{D5766431-F2A5-4BFD-0C28-5A0643FDA6D1}"/>
          </ac:spMkLst>
        </pc:spChg>
        <pc:picChg chg="add del mod">
          <ac:chgData name="Mehmet GOK [ATEKMIDAS]" userId="S::mehmet.gok@atekmidas.com::7feb05d9-d34f-43dc-bf8b-cf41f93a39a1" providerId="AD" clId="Web-{1B51F0FA-F6B4-EB63-9E30-8DE737FE62E4}" dt="2025-10-16T21:46:54.140" v="381"/>
          <ac:picMkLst>
            <pc:docMk/>
            <pc:sldMk cId="3097722220" sldId="265"/>
            <ac:picMk id="4" creationId="{D232A9CD-D403-B520-7E6A-80E6C79305FD}"/>
          </ac:picMkLst>
        </pc:picChg>
        <pc:picChg chg="add mod">
          <ac:chgData name="Mehmet GOK [ATEKMIDAS]" userId="S::mehmet.gok@atekmidas.com::7feb05d9-d34f-43dc-bf8b-cf41f93a39a1" providerId="AD" clId="Web-{1B51F0FA-F6B4-EB63-9E30-8DE737FE62E4}" dt="2025-10-16T21:47:18.203" v="384" actId="1076"/>
          <ac:picMkLst>
            <pc:docMk/>
            <pc:sldMk cId="3097722220" sldId="265"/>
            <ac:picMk id="5" creationId="{10582BE7-D0CE-FBE1-813D-DC64935888DD}"/>
          </ac:picMkLst>
        </pc:picChg>
      </pc:sldChg>
      <pc:sldChg chg="new del">
        <pc:chgData name="Mehmet GOK [ATEKMIDAS]" userId="S::mehmet.gok@atekmidas.com::7feb05d9-d34f-43dc-bf8b-cf41f93a39a1" providerId="AD" clId="Web-{1B51F0FA-F6B4-EB63-9E30-8DE737FE62E4}" dt="2025-10-16T21:47:36.548" v="388"/>
        <pc:sldMkLst>
          <pc:docMk/>
          <pc:sldMk cId="2701973676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Fuzzy BMS with PV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3C0FBA12-5703-D33D-893D-63F1DED37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5867"/>
            <a:ext cx="12192000" cy="44608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91215E-B6B9-4C8E-7FBF-F7261264804D}"/>
              </a:ext>
            </a:extLst>
          </p:cNvPr>
          <p:cNvSpPr txBox="1"/>
          <p:nvPr/>
        </p:nvSpPr>
        <p:spPr>
          <a:xfrm>
            <a:off x="401053" y="120316"/>
            <a:ext cx="52337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System: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6BD682-CFCE-94D1-E55A-321CE076CCB3}"/>
              </a:ext>
            </a:extLst>
          </p:cNvPr>
          <p:cNvSpPr/>
          <p:nvPr/>
        </p:nvSpPr>
        <p:spPr>
          <a:xfrm>
            <a:off x="3513116" y="1850571"/>
            <a:ext cx="1434936" cy="16526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158A85-0927-877A-4E68-B958A418AE2A}"/>
              </a:ext>
            </a:extLst>
          </p:cNvPr>
          <p:cNvSpPr txBox="1"/>
          <p:nvPr/>
        </p:nvSpPr>
        <p:spPr>
          <a:xfrm>
            <a:off x="3513116" y="940130"/>
            <a:ext cx="15536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ADC </a:t>
            </a:r>
            <a:r>
              <a:rPr lang="en-US" dirty="0" err="1"/>
              <a:t>veriloga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7778A2-651B-F3E4-8631-BE26844EDED0}"/>
              </a:ext>
            </a:extLst>
          </p:cNvPr>
          <p:cNvSpPr/>
          <p:nvPr/>
        </p:nvSpPr>
        <p:spPr>
          <a:xfrm>
            <a:off x="8451272" y="1850570"/>
            <a:ext cx="1553689" cy="8312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00C30F-E81D-FDA2-2A9A-F845418D5D00}"/>
              </a:ext>
            </a:extLst>
          </p:cNvPr>
          <p:cNvSpPr txBox="1"/>
          <p:nvPr/>
        </p:nvSpPr>
        <p:spPr>
          <a:xfrm>
            <a:off x="8451271" y="940130"/>
            <a:ext cx="15536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DAC </a:t>
            </a:r>
            <a:r>
              <a:rPr lang="en-US" dirty="0" err="1"/>
              <a:t>veriloga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562917-DBBC-AB23-7C07-1273BB4B3991}"/>
              </a:ext>
            </a:extLst>
          </p:cNvPr>
          <p:cNvSpPr/>
          <p:nvPr/>
        </p:nvSpPr>
        <p:spPr>
          <a:xfrm>
            <a:off x="5759531" y="1850570"/>
            <a:ext cx="1989118" cy="8312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B4A7AE-9BC2-49B1-FE3A-17912C8E1ED5}"/>
              </a:ext>
            </a:extLst>
          </p:cNvPr>
          <p:cNvSpPr txBox="1"/>
          <p:nvPr/>
        </p:nvSpPr>
        <p:spPr>
          <a:xfrm>
            <a:off x="6006933" y="940130"/>
            <a:ext cx="15536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Fuzzy HDL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05419C-1567-2402-9CFF-F88F3238F680}"/>
              </a:ext>
            </a:extLst>
          </p:cNvPr>
          <p:cNvSpPr/>
          <p:nvPr/>
        </p:nvSpPr>
        <p:spPr>
          <a:xfrm>
            <a:off x="69271" y="3592284"/>
            <a:ext cx="1880260" cy="22068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5F08D9-2C6C-1B76-71C3-3749A7C7BD54}"/>
              </a:ext>
            </a:extLst>
          </p:cNvPr>
          <p:cNvSpPr txBox="1"/>
          <p:nvPr/>
        </p:nvSpPr>
        <p:spPr>
          <a:xfrm>
            <a:off x="643245" y="6442363"/>
            <a:ext cx="4651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PV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97471C-089A-146A-101D-D3C828C90BB5}"/>
              </a:ext>
            </a:extLst>
          </p:cNvPr>
          <p:cNvSpPr/>
          <p:nvPr/>
        </p:nvSpPr>
        <p:spPr>
          <a:xfrm>
            <a:off x="2266206" y="3592284"/>
            <a:ext cx="4997532" cy="22068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5EFB0E-3A9E-5040-05D3-748D42EDFA68}"/>
              </a:ext>
            </a:extLst>
          </p:cNvPr>
          <p:cNvSpPr txBox="1"/>
          <p:nvPr/>
        </p:nvSpPr>
        <p:spPr>
          <a:xfrm>
            <a:off x="4849089" y="6442363"/>
            <a:ext cx="115784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Buck</a:t>
            </a:r>
          </a:p>
        </p:txBody>
      </p:sp>
      <p:sp>
        <p:nvSpPr>
          <p:cNvPr id="25" name="Arrow: Up 24">
            <a:extLst>
              <a:ext uri="{FF2B5EF4-FFF2-40B4-BE49-F238E27FC236}">
                <a16:creationId xmlns:a16="http://schemas.microsoft.com/office/drawing/2014/main" id="{028EB516-F8D6-E852-F17F-988690B4244C}"/>
              </a:ext>
            </a:extLst>
          </p:cNvPr>
          <p:cNvSpPr/>
          <p:nvPr/>
        </p:nvSpPr>
        <p:spPr>
          <a:xfrm>
            <a:off x="4156362" y="1207325"/>
            <a:ext cx="148441" cy="643246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Up 25">
            <a:extLst>
              <a:ext uri="{FF2B5EF4-FFF2-40B4-BE49-F238E27FC236}">
                <a16:creationId xmlns:a16="http://schemas.microsoft.com/office/drawing/2014/main" id="{B78EF4A3-4BE3-C50F-556C-2657D14A7AA6}"/>
              </a:ext>
            </a:extLst>
          </p:cNvPr>
          <p:cNvSpPr/>
          <p:nvPr/>
        </p:nvSpPr>
        <p:spPr>
          <a:xfrm>
            <a:off x="6610595" y="1207325"/>
            <a:ext cx="148441" cy="643246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Up 26">
            <a:extLst>
              <a:ext uri="{FF2B5EF4-FFF2-40B4-BE49-F238E27FC236}">
                <a16:creationId xmlns:a16="http://schemas.microsoft.com/office/drawing/2014/main" id="{3B0A174E-B17E-B2C7-4DCB-FB34145D7594}"/>
              </a:ext>
            </a:extLst>
          </p:cNvPr>
          <p:cNvSpPr/>
          <p:nvPr/>
        </p:nvSpPr>
        <p:spPr>
          <a:xfrm>
            <a:off x="9153893" y="1207325"/>
            <a:ext cx="148441" cy="643246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Up 27">
            <a:extLst>
              <a:ext uri="{FF2B5EF4-FFF2-40B4-BE49-F238E27FC236}">
                <a16:creationId xmlns:a16="http://schemas.microsoft.com/office/drawing/2014/main" id="{EB19C554-087A-CC8C-C0C4-56121EBD0356}"/>
              </a:ext>
            </a:extLst>
          </p:cNvPr>
          <p:cNvSpPr/>
          <p:nvPr/>
        </p:nvSpPr>
        <p:spPr>
          <a:xfrm rot="10800000">
            <a:off x="801581" y="5799116"/>
            <a:ext cx="148441" cy="643246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Up 28">
            <a:extLst>
              <a:ext uri="{FF2B5EF4-FFF2-40B4-BE49-F238E27FC236}">
                <a16:creationId xmlns:a16="http://schemas.microsoft.com/office/drawing/2014/main" id="{2C76A1BC-EB23-B90E-695D-6891F7F5A973}"/>
              </a:ext>
            </a:extLst>
          </p:cNvPr>
          <p:cNvSpPr/>
          <p:nvPr/>
        </p:nvSpPr>
        <p:spPr>
          <a:xfrm rot="10800000">
            <a:off x="5066801" y="5799115"/>
            <a:ext cx="148441" cy="643246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854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3DC8A-6287-6B01-11CC-A1E145F69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826"/>
            <a:ext cx="10515600" cy="642732"/>
          </a:xfrm>
        </p:spPr>
        <p:txBody>
          <a:bodyPr>
            <a:normAutofit fontScale="90000"/>
          </a:bodyPr>
          <a:lstStyle/>
          <a:p>
            <a:r>
              <a:rPr lang="en-US" dirty="0"/>
              <a:t>ADC and DACS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DE04652-DD64-8FE7-291B-10E6848DB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9" y="749215"/>
            <a:ext cx="4948489" cy="4056147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46911C-93B5-27C5-07DC-E696E1773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585" y="749216"/>
            <a:ext cx="4858252" cy="40561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0BF2DC-9043-D09A-850B-6066F1845ABC}"/>
              </a:ext>
            </a:extLst>
          </p:cNvPr>
          <p:cNvSpPr txBox="1"/>
          <p:nvPr/>
        </p:nvSpPr>
        <p:spPr>
          <a:xfrm>
            <a:off x="583870" y="4898571"/>
            <a:ext cx="958932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Both are 10bit, Ref expected as 1V</a:t>
            </a:r>
          </a:p>
          <a:p>
            <a:r>
              <a:rPr lang="en-US" dirty="0" err="1"/>
              <a:t>Fclk</a:t>
            </a:r>
            <a:r>
              <a:rPr lang="en-US" dirty="0"/>
              <a:t> of </a:t>
            </a:r>
            <a:r>
              <a:rPr lang="en-US" dirty="0" err="1"/>
              <a:t>adc</a:t>
            </a:r>
            <a:r>
              <a:rPr lang="en-US" dirty="0"/>
              <a:t> is on the order of kHz but should be increased.</a:t>
            </a:r>
          </a:p>
        </p:txBody>
      </p:sp>
    </p:spTree>
    <p:extLst>
      <p:ext uri="{BB962C8B-B14F-4D97-AF65-F5344CB8AC3E}">
        <p14:creationId xmlns:p14="http://schemas.microsoft.com/office/powerpoint/2010/main" val="4268205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C77BECA-3A3A-F81C-8AB7-D629A8674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07" y="109589"/>
            <a:ext cx="5118169" cy="423380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78C2665-3517-7110-D44D-8CA85BA0A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826"/>
            <a:ext cx="10515600" cy="642732"/>
          </a:xfrm>
        </p:spPr>
        <p:txBody>
          <a:bodyPr>
            <a:normAutofit fontScale="90000"/>
          </a:bodyPr>
          <a:lstStyle/>
          <a:p>
            <a:r>
              <a:rPr lang="en-US" dirty="0"/>
              <a:t>Fuzzy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76FD11-AB9C-75E8-79D4-D97E5B1A520C}"/>
              </a:ext>
            </a:extLst>
          </p:cNvPr>
          <p:cNvSpPr txBox="1"/>
          <p:nvPr/>
        </p:nvSpPr>
        <p:spPr>
          <a:xfrm>
            <a:off x="0" y="974766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Pure synthesizable </a:t>
            </a:r>
            <a:r>
              <a:rPr lang="en-US" dirty="0" err="1"/>
              <a:t>hdl</a:t>
            </a:r>
            <a:r>
              <a:rPr lang="en-US" dirty="0"/>
              <a:t> code checked against </a:t>
            </a:r>
            <a:r>
              <a:rPr lang="en-US" dirty="0" err="1"/>
              <a:t>matlab</a:t>
            </a:r>
            <a:r>
              <a:rPr lang="en-US" dirty="0"/>
              <a:t> model.</a:t>
            </a:r>
          </a:p>
          <a:p>
            <a:r>
              <a:rPr lang="en-US" dirty="0"/>
              <a:t>Deviation is around %1  from </a:t>
            </a:r>
            <a:r>
              <a:rPr lang="en-US" dirty="0" err="1"/>
              <a:t>matlab</a:t>
            </a:r>
            <a:r>
              <a:rPr lang="en-US" dirty="0"/>
              <a:t>.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0B2CBC3-1971-4D7D-6405-291B9EB69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14702"/>
            <a:ext cx="12192000" cy="182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573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FA079-58E6-0E8F-BC97-6C42582E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FE2EAD5-8108-4319-A938-9F50712DA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568" y="-42569"/>
            <a:ext cx="10515600" cy="642732"/>
          </a:xfrm>
        </p:spPr>
        <p:txBody>
          <a:bodyPr>
            <a:normAutofit fontScale="90000"/>
          </a:bodyPr>
          <a:lstStyle/>
          <a:p>
            <a:r>
              <a:rPr lang="en-US" dirty="0"/>
              <a:t>Matlab</a:t>
            </a:r>
          </a:p>
        </p:txBody>
      </p:sp>
      <p:pic>
        <p:nvPicPr>
          <p:cNvPr id="2" name="Picture 1" descr="A diagram of a machine&#10;&#10;AI-generated content may be incorrect.">
            <a:extLst>
              <a:ext uri="{FF2B5EF4-FFF2-40B4-BE49-F238E27FC236}">
                <a16:creationId xmlns:a16="http://schemas.microsoft.com/office/drawing/2014/main" id="{2CFDCBC8-E670-3EFD-503E-33F34F9D1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0585"/>
            <a:ext cx="10407316" cy="2439809"/>
          </a:xfrm>
          <a:prstGeom prst="rect">
            <a:avLst/>
          </a:prstGeom>
        </p:spPr>
      </p:pic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490A0DCF-864B-D75F-C093-10A37F072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59" y="2939967"/>
            <a:ext cx="6663991" cy="39157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8664ED-5CD5-6024-A41D-E7A1204E7A62}"/>
              </a:ext>
            </a:extLst>
          </p:cNvPr>
          <p:cNvSpPr txBox="1"/>
          <p:nvPr/>
        </p:nvSpPr>
        <p:spPr>
          <a:xfrm>
            <a:off x="7700210" y="3850104"/>
            <a:ext cx="316831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Same 21 output under same input conditions with before plot.</a:t>
            </a:r>
          </a:p>
        </p:txBody>
      </p:sp>
    </p:spTree>
    <p:extLst>
      <p:ext uri="{BB962C8B-B14F-4D97-AF65-F5344CB8AC3E}">
        <p14:creationId xmlns:p14="http://schemas.microsoft.com/office/powerpoint/2010/main" val="3782468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mputer screen shot of a circuit&#10;&#10;AI-generated content may be incorrect.">
            <a:extLst>
              <a:ext uri="{FF2B5EF4-FFF2-40B4-BE49-F238E27FC236}">
                <a16:creationId xmlns:a16="http://schemas.microsoft.com/office/drawing/2014/main" id="{56B45CBC-6ED6-CAA6-3483-F932C2E3A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1755"/>
            <a:ext cx="12192000" cy="477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890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BB89BADD-E713-9C87-73DE-66C7E264C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2358"/>
            <a:ext cx="12192000" cy="48715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358476-5902-D7F3-7186-41EDF0FCF666}"/>
              </a:ext>
            </a:extLst>
          </p:cNvPr>
          <p:cNvSpPr txBox="1"/>
          <p:nvPr/>
        </p:nvSpPr>
        <p:spPr>
          <a:xfrm>
            <a:off x="89065" y="5601194"/>
            <a:ext cx="36912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Buck Converter efficiency : ~96.5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CD7CC6-AF7A-C9D2-7901-E1E46AB53225}"/>
              </a:ext>
            </a:extLst>
          </p:cNvPr>
          <p:cNvSpPr txBox="1"/>
          <p:nvPr/>
        </p:nvSpPr>
        <p:spPr>
          <a:xfrm>
            <a:off x="89065" y="6086103"/>
            <a:ext cx="36912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PV efficiency: ~99</a:t>
            </a:r>
          </a:p>
        </p:txBody>
      </p:sp>
    </p:spTree>
    <p:extLst>
      <p:ext uri="{BB962C8B-B14F-4D97-AF65-F5344CB8AC3E}">
        <p14:creationId xmlns:p14="http://schemas.microsoft.com/office/powerpoint/2010/main" val="3221805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graph&#10;&#10;AI-generated content may be incorrect.">
            <a:extLst>
              <a:ext uri="{FF2B5EF4-FFF2-40B4-BE49-F238E27FC236}">
                <a16:creationId xmlns:a16="http://schemas.microsoft.com/office/drawing/2014/main" id="{10582BE7-D0CE-FBE1-813D-DC6493588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2569"/>
            <a:ext cx="12192000" cy="487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722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724B3-5B45-B9C3-D211-1A767CE5E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3732"/>
          </a:xfrm>
        </p:spPr>
        <p:txBody>
          <a:bodyPr>
            <a:normAutofit fontScale="90000"/>
          </a:bodyPr>
          <a:lstStyle/>
          <a:p>
            <a:r>
              <a:rPr lang="en-US" dirty="0"/>
              <a:t>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C439E-798B-5B09-A21C-9AEA83E49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6083"/>
            <a:ext cx="10515600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Required Analog Blocks are listed</a:t>
            </a:r>
            <a:endParaRPr lang="en-US" dirty="0"/>
          </a:p>
          <a:p>
            <a:pPr lvl="1"/>
            <a:r>
              <a:rPr lang="en-US"/>
              <a:t>ADC (10B low rate) </a:t>
            </a:r>
          </a:p>
          <a:p>
            <a:pPr lvl="1"/>
            <a:r>
              <a:rPr lang="en-US"/>
              <a:t>Current Sense Unit</a:t>
            </a:r>
          </a:p>
          <a:p>
            <a:pPr lvl="1"/>
            <a:r>
              <a:rPr lang="en-US"/>
              <a:t>Gate Driver</a:t>
            </a:r>
          </a:p>
          <a:p>
            <a:pPr lvl="1"/>
            <a:r>
              <a:rPr lang="en-US" err="1"/>
              <a:t>AUXilary</a:t>
            </a:r>
            <a:r>
              <a:rPr lang="en-US"/>
              <a:t> block</a:t>
            </a:r>
          </a:p>
          <a:p>
            <a:pPr lvl="1"/>
            <a:endParaRPr lang="en-US" dirty="0"/>
          </a:p>
          <a:p>
            <a:r>
              <a:rPr lang="en-US" dirty="0"/>
              <a:t>New friends can optimize models while I proceed with system </a:t>
            </a:r>
            <a:r>
              <a:rPr lang="en-US" dirty="0" err="1"/>
              <a:t>verilog</a:t>
            </a:r>
            <a:r>
              <a:rPr lang="en-US" dirty="0"/>
              <a:t> and other block's spec creation.</a:t>
            </a:r>
          </a:p>
          <a:p>
            <a:endParaRPr lang="en-US" dirty="0"/>
          </a:p>
          <a:p>
            <a:r>
              <a:rPr lang="en-US"/>
              <a:t>Should we wait PDK ????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79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Fuzzy BMS with PV</vt:lpstr>
      <vt:lpstr>PowerPoint Presentation</vt:lpstr>
      <vt:lpstr>ADC and DACS</vt:lpstr>
      <vt:lpstr>Fuzzy</vt:lpstr>
      <vt:lpstr>Matlab</vt:lpstr>
      <vt:lpstr>PowerPoint Presentation</vt:lpstr>
      <vt:lpstr>PowerPoint Presentation</vt:lpstr>
      <vt:lpstr>PowerPoint Presentation</vt:lpstr>
      <vt:lpstr>Roadmap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202</cp:revision>
  <dcterms:created xsi:type="dcterms:W3CDTF">2025-10-03T09:43:25Z</dcterms:created>
  <dcterms:modified xsi:type="dcterms:W3CDTF">2025-10-16T21:48:03Z</dcterms:modified>
</cp:coreProperties>
</file>