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FD0004-2592-F95E-58A4-16D6833E2E82}" v="894" dt="2025-02-12T10:21:03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met gök" userId="S::mehmet.gok1@std.bogazici.edu.tr::15632cb4-26f1-469b-a776-86ac63c7653c" providerId="AD" clId="Web-{5EFD0004-2592-F95E-58A4-16D6833E2E82}"/>
    <pc:docChg chg="addSld modSld">
      <pc:chgData name="mehmet gök" userId="S::mehmet.gok1@std.bogazici.edu.tr::15632cb4-26f1-469b-a776-86ac63c7653c" providerId="AD" clId="Web-{5EFD0004-2592-F95E-58A4-16D6833E2E82}" dt="2025-02-12T10:21:03.629" v="562" actId="1076"/>
      <pc:docMkLst>
        <pc:docMk/>
      </pc:docMkLst>
      <pc:sldChg chg="delSp modSp">
        <pc:chgData name="mehmet gök" userId="S::mehmet.gok1@std.bogazici.edu.tr::15632cb4-26f1-469b-a776-86ac63c7653c" providerId="AD" clId="Web-{5EFD0004-2592-F95E-58A4-16D6833E2E82}" dt="2025-02-12T10:04:37.532" v="7"/>
        <pc:sldMkLst>
          <pc:docMk/>
          <pc:sldMk cId="109857222" sldId="256"/>
        </pc:sldMkLst>
        <pc:spChg chg="mod">
          <ac:chgData name="mehmet gök" userId="S::mehmet.gok1@std.bogazici.edu.tr::15632cb4-26f1-469b-a776-86ac63c7653c" providerId="AD" clId="Web-{5EFD0004-2592-F95E-58A4-16D6833E2E82}" dt="2025-02-12T10:04:35.938" v="6" actId="20577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mehmet gök" userId="S::mehmet.gok1@std.bogazici.edu.tr::15632cb4-26f1-469b-a776-86ac63c7653c" providerId="AD" clId="Web-{5EFD0004-2592-F95E-58A4-16D6833E2E82}" dt="2025-02-12T10:04:37.532" v="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">
        <pc:chgData name="mehmet gök" userId="S::mehmet.gok1@std.bogazici.edu.tr::15632cb4-26f1-469b-a776-86ac63c7653c" providerId="AD" clId="Web-{5EFD0004-2592-F95E-58A4-16D6833E2E82}" dt="2025-02-12T10:06:23.285" v="52" actId="1076"/>
        <pc:sldMkLst>
          <pc:docMk/>
          <pc:sldMk cId="2540327816" sldId="257"/>
        </pc:sldMkLst>
        <pc:spChg chg="mod">
          <ac:chgData name="mehmet gök" userId="S::mehmet.gok1@std.bogazici.edu.tr::15632cb4-26f1-469b-a776-86ac63c7653c" providerId="AD" clId="Web-{5EFD0004-2592-F95E-58A4-16D6833E2E82}" dt="2025-02-12T10:05:12.798" v="14" actId="1076"/>
          <ac:spMkLst>
            <pc:docMk/>
            <pc:sldMk cId="2540327816" sldId="257"/>
            <ac:spMk id="2" creationId="{D9F1E2D9-AEA4-35E1-2C81-09DACBC710FF}"/>
          </ac:spMkLst>
        </pc:spChg>
        <pc:spChg chg="del">
          <ac:chgData name="mehmet gök" userId="S::mehmet.gok1@std.bogazici.edu.tr::15632cb4-26f1-469b-a776-86ac63c7653c" providerId="AD" clId="Web-{5EFD0004-2592-F95E-58A4-16D6833E2E82}" dt="2025-02-12T10:05:14.424" v="15"/>
          <ac:spMkLst>
            <pc:docMk/>
            <pc:sldMk cId="2540327816" sldId="257"/>
            <ac:spMk id="3" creationId="{660B9021-8108-4B6C-07BA-8E71921F5454}"/>
          </ac:spMkLst>
        </pc:spChg>
        <pc:spChg chg="add mod">
          <ac:chgData name="mehmet gök" userId="S::mehmet.gok1@std.bogazici.edu.tr::15632cb4-26f1-469b-a776-86ac63c7653c" providerId="AD" clId="Web-{5EFD0004-2592-F95E-58A4-16D6833E2E82}" dt="2025-02-12T10:05:30.768" v="23" actId="1076"/>
          <ac:spMkLst>
            <pc:docMk/>
            <pc:sldMk cId="2540327816" sldId="257"/>
            <ac:spMk id="5" creationId="{06943787-2E94-CA56-084A-D1AAF53FF774}"/>
          </ac:spMkLst>
        </pc:spChg>
        <pc:spChg chg="add del mod">
          <ac:chgData name="mehmet gök" userId="S::mehmet.gok1@std.bogazici.edu.tr::15632cb4-26f1-469b-a776-86ac63c7653c" providerId="AD" clId="Web-{5EFD0004-2592-F95E-58A4-16D6833E2E82}" dt="2025-02-12T10:06:20.707" v="51"/>
          <ac:spMkLst>
            <pc:docMk/>
            <pc:sldMk cId="2540327816" sldId="257"/>
            <ac:spMk id="6" creationId="{8ED71712-E35E-5F69-961E-B025D647BDDE}"/>
          </ac:spMkLst>
        </pc:spChg>
        <pc:picChg chg="add mod">
          <ac:chgData name="mehmet gök" userId="S::mehmet.gok1@std.bogazici.edu.tr::15632cb4-26f1-469b-a776-86ac63c7653c" providerId="AD" clId="Web-{5EFD0004-2592-F95E-58A4-16D6833E2E82}" dt="2025-02-12T10:06:23.285" v="52" actId="1076"/>
          <ac:picMkLst>
            <pc:docMk/>
            <pc:sldMk cId="2540327816" sldId="257"/>
            <ac:picMk id="4" creationId="{80EB949B-1680-9304-B718-F6742E4D4E46}"/>
          </ac:picMkLst>
        </pc:picChg>
      </pc:sldChg>
      <pc:sldChg chg="addSp delSp modSp new">
        <pc:chgData name="mehmet gök" userId="S::mehmet.gok1@std.bogazici.edu.tr::15632cb4-26f1-469b-a776-86ac63c7653c" providerId="AD" clId="Web-{5EFD0004-2592-F95E-58A4-16D6833E2E82}" dt="2025-02-12T10:09:14.354" v="166" actId="20577"/>
        <pc:sldMkLst>
          <pc:docMk/>
          <pc:sldMk cId="1517889275" sldId="258"/>
        </pc:sldMkLst>
        <pc:spChg chg="mod">
          <ac:chgData name="mehmet gök" userId="S::mehmet.gok1@std.bogazici.edu.tr::15632cb4-26f1-469b-a776-86ac63c7653c" providerId="AD" clId="Web-{5EFD0004-2592-F95E-58A4-16D6833E2E82}" dt="2025-02-12T10:07:55.289" v="93" actId="1076"/>
          <ac:spMkLst>
            <pc:docMk/>
            <pc:sldMk cId="1517889275" sldId="258"/>
            <ac:spMk id="2" creationId="{C56AE2E8-893A-1CE2-FB11-6801900B37A5}"/>
          </ac:spMkLst>
        </pc:spChg>
        <pc:spChg chg="del">
          <ac:chgData name="mehmet gök" userId="S::mehmet.gok1@std.bogazici.edu.tr::15632cb4-26f1-469b-a776-86ac63c7653c" providerId="AD" clId="Web-{5EFD0004-2592-F95E-58A4-16D6833E2E82}" dt="2025-02-12T10:06:54.661" v="83"/>
          <ac:spMkLst>
            <pc:docMk/>
            <pc:sldMk cId="1517889275" sldId="258"/>
            <ac:spMk id="3" creationId="{0C9B6079-FB6E-DC06-885F-4EA46F9727BA}"/>
          </ac:spMkLst>
        </pc:spChg>
        <pc:spChg chg="add mod">
          <ac:chgData name="mehmet gök" userId="S::mehmet.gok1@std.bogazici.edu.tr::15632cb4-26f1-469b-a776-86ac63c7653c" providerId="AD" clId="Web-{5EFD0004-2592-F95E-58A4-16D6833E2E82}" dt="2025-02-12T10:07:47.601" v="92" actId="1076"/>
          <ac:spMkLst>
            <pc:docMk/>
            <pc:sldMk cId="1517889275" sldId="258"/>
            <ac:spMk id="5" creationId="{CAB5219C-6113-477D-E75E-7650BE2FCC67}"/>
          </ac:spMkLst>
        </pc:spChg>
        <pc:spChg chg="add mod">
          <ac:chgData name="mehmet gök" userId="S::mehmet.gok1@std.bogazici.edu.tr::15632cb4-26f1-469b-a776-86ac63c7653c" providerId="AD" clId="Web-{5EFD0004-2592-F95E-58A4-16D6833E2E82}" dt="2025-02-12T10:09:14.354" v="166" actId="20577"/>
          <ac:spMkLst>
            <pc:docMk/>
            <pc:sldMk cId="1517889275" sldId="258"/>
            <ac:spMk id="6" creationId="{9BABDFA0-77D6-8BF1-6166-9FE4F424B5CF}"/>
          </ac:spMkLst>
        </pc:spChg>
        <pc:picChg chg="add mod">
          <ac:chgData name="mehmet gök" userId="S::mehmet.gok1@std.bogazici.edu.tr::15632cb4-26f1-469b-a776-86ac63c7653c" providerId="AD" clId="Web-{5EFD0004-2592-F95E-58A4-16D6833E2E82}" dt="2025-02-12T10:08:18.993" v="98" actId="1076"/>
          <ac:picMkLst>
            <pc:docMk/>
            <pc:sldMk cId="1517889275" sldId="258"/>
            <ac:picMk id="4" creationId="{83D102BB-79BA-0477-425C-8E026F6645C3}"/>
          </ac:picMkLst>
        </pc:picChg>
      </pc:sldChg>
      <pc:sldChg chg="addSp delSp modSp new">
        <pc:chgData name="mehmet gök" userId="S::mehmet.gok1@std.bogazici.edu.tr::15632cb4-26f1-469b-a776-86ac63c7653c" providerId="AD" clId="Web-{5EFD0004-2592-F95E-58A4-16D6833E2E82}" dt="2025-02-12T10:16:37.088" v="424" actId="1076"/>
        <pc:sldMkLst>
          <pc:docMk/>
          <pc:sldMk cId="1984311245" sldId="259"/>
        </pc:sldMkLst>
        <pc:spChg chg="mod">
          <ac:chgData name="mehmet gök" userId="S::mehmet.gok1@std.bogazici.edu.tr::15632cb4-26f1-469b-a776-86ac63c7653c" providerId="AD" clId="Web-{5EFD0004-2592-F95E-58A4-16D6833E2E82}" dt="2025-02-12T10:09:36.370" v="181" actId="1076"/>
          <ac:spMkLst>
            <pc:docMk/>
            <pc:sldMk cId="1984311245" sldId="259"/>
            <ac:spMk id="2" creationId="{E5548894-A2C7-9E98-A237-64C55FEBE29F}"/>
          </ac:spMkLst>
        </pc:spChg>
        <pc:spChg chg="del">
          <ac:chgData name="mehmet gök" userId="S::mehmet.gok1@std.bogazici.edu.tr::15632cb4-26f1-469b-a776-86ac63c7653c" providerId="AD" clId="Web-{5EFD0004-2592-F95E-58A4-16D6833E2E82}" dt="2025-02-12T10:09:34.042" v="180"/>
          <ac:spMkLst>
            <pc:docMk/>
            <pc:sldMk cId="1984311245" sldId="259"/>
            <ac:spMk id="3" creationId="{D79B63E9-C974-53AC-EB3F-B5BD832F221B}"/>
          </ac:spMkLst>
        </pc:spChg>
        <pc:spChg chg="add mod">
          <ac:chgData name="mehmet gök" userId="S::mehmet.gok1@std.bogazici.edu.tr::15632cb4-26f1-469b-a776-86ac63c7653c" providerId="AD" clId="Web-{5EFD0004-2592-F95E-58A4-16D6833E2E82}" dt="2025-02-12T10:15:30.992" v="392" actId="1076"/>
          <ac:spMkLst>
            <pc:docMk/>
            <pc:sldMk cId="1984311245" sldId="259"/>
            <ac:spMk id="4" creationId="{BA291C43-C6AF-0506-B01E-141D53FE4AC6}"/>
          </ac:spMkLst>
        </pc:spChg>
        <pc:spChg chg="add mod">
          <ac:chgData name="mehmet gök" userId="S::mehmet.gok1@std.bogazici.edu.tr::15632cb4-26f1-469b-a776-86ac63c7653c" providerId="AD" clId="Web-{5EFD0004-2592-F95E-58A4-16D6833E2E82}" dt="2025-02-12T10:15:34.602" v="393" actId="1076"/>
          <ac:spMkLst>
            <pc:docMk/>
            <pc:sldMk cId="1984311245" sldId="259"/>
            <ac:spMk id="6" creationId="{DA901994-150C-9766-2504-E0EBDD39B072}"/>
          </ac:spMkLst>
        </pc:spChg>
        <pc:spChg chg="add mod">
          <ac:chgData name="mehmet gök" userId="S::mehmet.gok1@std.bogazici.edu.tr::15632cb4-26f1-469b-a776-86ac63c7653c" providerId="AD" clId="Web-{5EFD0004-2592-F95E-58A4-16D6833E2E82}" dt="2025-02-12T10:15:41.055" v="395" actId="14100"/>
          <ac:spMkLst>
            <pc:docMk/>
            <pc:sldMk cId="1984311245" sldId="259"/>
            <ac:spMk id="10" creationId="{924525E2-208B-C7C5-A838-ED6E5F8AC726}"/>
          </ac:spMkLst>
        </pc:spChg>
        <pc:spChg chg="add mod">
          <ac:chgData name="mehmet gök" userId="S::mehmet.gok1@std.bogazici.edu.tr::15632cb4-26f1-469b-a776-86ac63c7653c" providerId="AD" clId="Web-{5EFD0004-2592-F95E-58A4-16D6833E2E82}" dt="2025-02-12T10:14:56.882" v="380" actId="20577"/>
          <ac:spMkLst>
            <pc:docMk/>
            <pc:sldMk cId="1984311245" sldId="259"/>
            <ac:spMk id="11" creationId="{06C19EA3-DCF5-FDAA-F6E9-6AFF8DA0BCBF}"/>
          </ac:spMkLst>
        </pc:spChg>
        <pc:spChg chg="add mod">
          <ac:chgData name="mehmet gök" userId="S::mehmet.gok1@std.bogazici.edu.tr::15632cb4-26f1-469b-a776-86ac63c7653c" providerId="AD" clId="Web-{5EFD0004-2592-F95E-58A4-16D6833E2E82}" dt="2025-02-12T10:16:37.088" v="424" actId="1076"/>
          <ac:spMkLst>
            <pc:docMk/>
            <pc:sldMk cId="1984311245" sldId="259"/>
            <ac:spMk id="13" creationId="{F9C2CA07-7E35-7D81-8A60-C8753E61F35F}"/>
          </ac:spMkLst>
        </pc:spChg>
        <pc:picChg chg="add mod">
          <ac:chgData name="mehmet gök" userId="S::mehmet.gok1@std.bogazici.edu.tr::15632cb4-26f1-469b-a776-86ac63c7653c" providerId="AD" clId="Web-{5EFD0004-2592-F95E-58A4-16D6833E2E82}" dt="2025-02-12T10:15:11.132" v="383" actId="1076"/>
          <ac:picMkLst>
            <pc:docMk/>
            <pc:sldMk cId="1984311245" sldId="259"/>
            <ac:picMk id="5" creationId="{5C95935B-D7FA-0EE6-291F-E0C689B257AD}"/>
          </ac:picMkLst>
        </pc:picChg>
        <pc:picChg chg="add mod">
          <ac:chgData name="mehmet gök" userId="S::mehmet.gok1@std.bogazici.edu.tr::15632cb4-26f1-469b-a776-86ac63c7653c" providerId="AD" clId="Web-{5EFD0004-2592-F95E-58A4-16D6833E2E82}" dt="2025-02-12T10:14:32.240" v="354" actId="1076"/>
          <ac:picMkLst>
            <pc:docMk/>
            <pc:sldMk cId="1984311245" sldId="259"/>
            <ac:picMk id="7" creationId="{421F21FD-AD46-71BE-2788-75084DD823E7}"/>
          </ac:picMkLst>
        </pc:picChg>
        <pc:picChg chg="add mod modCrop">
          <ac:chgData name="mehmet gök" userId="S::mehmet.gok1@std.bogazici.edu.tr::15632cb4-26f1-469b-a776-86ac63c7653c" providerId="AD" clId="Web-{5EFD0004-2592-F95E-58A4-16D6833E2E82}" dt="2025-02-12T10:14:36.037" v="355" actId="1076"/>
          <ac:picMkLst>
            <pc:docMk/>
            <pc:sldMk cId="1984311245" sldId="259"/>
            <ac:picMk id="8" creationId="{E33F5C5D-23AB-FCDF-4375-BB432053FAD5}"/>
          </ac:picMkLst>
        </pc:picChg>
        <pc:picChg chg="add mod modCrop">
          <ac:chgData name="mehmet gök" userId="S::mehmet.gok1@std.bogazici.edu.tr::15632cb4-26f1-469b-a776-86ac63c7653c" providerId="AD" clId="Web-{5EFD0004-2592-F95E-58A4-16D6833E2E82}" dt="2025-02-12T10:14:37.522" v="356" actId="1076"/>
          <ac:picMkLst>
            <pc:docMk/>
            <pc:sldMk cId="1984311245" sldId="259"/>
            <ac:picMk id="9" creationId="{39A73037-79B2-A6FA-2A28-842476CA8FDE}"/>
          </ac:picMkLst>
        </pc:picChg>
      </pc:sldChg>
      <pc:sldChg chg="addSp delSp modSp new">
        <pc:chgData name="mehmet gök" userId="S::mehmet.gok1@std.bogazici.edu.tr::15632cb4-26f1-469b-a776-86ac63c7653c" providerId="AD" clId="Web-{5EFD0004-2592-F95E-58A4-16D6833E2E82}" dt="2025-02-12T10:16:29.666" v="422" actId="14100"/>
        <pc:sldMkLst>
          <pc:docMk/>
          <pc:sldMk cId="2462096352" sldId="260"/>
        </pc:sldMkLst>
        <pc:spChg chg="mod">
          <ac:chgData name="mehmet gök" userId="S::mehmet.gok1@std.bogazici.edu.tr::15632cb4-26f1-469b-a776-86ac63c7653c" providerId="AD" clId="Web-{5EFD0004-2592-F95E-58A4-16D6833E2E82}" dt="2025-02-12T10:15:58.306" v="413" actId="1076"/>
          <ac:spMkLst>
            <pc:docMk/>
            <pc:sldMk cId="2462096352" sldId="260"/>
            <ac:spMk id="2" creationId="{F4FCE0DE-6D03-0156-DEE1-B3703B1E9C39}"/>
          </ac:spMkLst>
        </pc:spChg>
        <pc:spChg chg="del">
          <ac:chgData name="mehmet gök" userId="S::mehmet.gok1@std.bogazici.edu.tr::15632cb4-26f1-469b-a776-86ac63c7653c" providerId="AD" clId="Web-{5EFD0004-2592-F95E-58A4-16D6833E2E82}" dt="2025-02-12T10:16:02.337" v="414"/>
          <ac:spMkLst>
            <pc:docMk/>
            <pc:sldMk cId="2462096352" sldId="260"/>
            <ac:spMk id="3" creationId="{778F1EBF-4AE4-B408-E9D4-CD994C5462CD}"/>
          </ac:spMkLst>
        </pc:spChg>
        <pc:spChg chg="add mod">
          <ac:chgData name="mehmet gök" userId="S::mehmet.gok1@std.bogazici.edu.tr::15632cb4-26f1-469b-a776-86ac63c7653c" providerId="AD" clId="Web-{5EFD0004-2592-F95E-58A4-16D6833E2E82}" dt="2025-02-12T10:16:29.666" v="422" actId="14100"/>
          <ac:spMkLst>
            <pc:docMk/>
            <pc:sldMk cId="2462096352" sldId="260"/>
            <ac:spMk id="5" creationId="{DD64349B-94A7-6E04-FFC2-183B84E33EA7}"/>
          </ac:spMkLst>
        </pc:spChg>
        <pc:picChg chg="add mod">
          <ac:chgData name="mehmet gök" userId="S::mehmet.gok1@std.bogazici.edu.tr::15632cb4-26f1-469b-a776-86ac63c7653c" providerId="AD" clId="Web-{5EFD0004-2592-F95E-58A4-16D6833E2E82}" dt="2025-02-12T10:16:20.135" v="418" actId="1076"/>
          <ac:picMkLst>
            <pc:docMk/>
            <pc:sldMk cId="2462096352" sldId="260"/>
            <ac:picMk id="4" creationId="{1477D2F3-609F-CB0B-838F-49D45E6F861F}"/>
          </ac:picMkLst>
        </pc:picChg>
      </pc:sldChg>
      <pc:sldChg chg="addSp delSp modSp new">
        <pc:chgData name="mehmet gök" userId="S::mehmet.gok1@std.bogazici.edu.tr::15632cb4-26f1-469b-a776-86ac63c7653c" providerId="AD" clId="Web-{5EFD0004-2592-F95E-58A4-16D6833E2E82}" dt="2025-02-12T10:18:52.234" v="501" actId="1076"/>
        <pc:sldMkLst>
          <pc:docMk/>
          <pc:sldMk cId="186817828" sldId="261"/>
        </pc:sldMkLst>
        <pc:spChg chg="mod">
          <ac:chgData name="mehmet gök" userId="S::mehmet.gok1@std.bogazici.edu.tr::15632cb4-26f1-469b-a776-86ac63c7653c" providerId="AD" clId="Web-{5EFD0004-2592-F95E-58A4-16D6833E2E82}" dt="2025-02-12T10:17:00.152" v="443" actId="20577"/>
          <ac:spMkLst>
            <pc:docMk/>
            <pc:sldMk cId="186817828" sldId="261"/>
            <ac:spMk id="2" creationId="{4652223E-11CF-66AC-4857-A23F2B8F9DC0}"/>
          </ac:spMkLst>
        </pc:spChg>
        <pc:spChg chg="del">
          <ac:chgData name="mehmet gök" userId="S::mehmet.gok1@std.bogazici.edu.tr::15632cb4-26f1-469b-a776-86ac63c7653c" providerId="AD" clId="Web-{5EFD0004-2592-F95E-58A4-16D6833E2E82}" dt="2025-02-12T10:17:03.183" v="444"/>
          <ac:spMkLst>
            <pc:docMk/>
            <pc:sldMk cId="186817828" sldId="261"/>
            <ac:spMk id="3" creationId="{B9FDD108-024C-3E23-E657-4BDF879955CD}"/>
          </ac:spMkLst>
        </pc:spChg>
        <pc:spChg chg="add mod">
          <ac:chgData name="mehmet gök" userId="S::mehmet.gok1@std.bogazici.edu.tr::15632cb4-26f1-469b-a776-86ac63c7653c" providerId="AD" clId="Web-{5EFD0004-2592-F95E-58A4-16D6833E2E82}" dt="2025-02-12T10:18:52.234" v="501" actId="1076"/>
          <ac:spMkLst>
            <pc:docMk/>
            <pc:sldMk cId="186817828" sldId="261"/>
            <ac:spMk id="5" creationId="{2CB48CA0-5225-58C6-2550-89252354380F}"/>
          </ac:spMkLst>
        </pc:spChg>
        <pc:picChg chg="add mod">
          <ac:chgData name="mehmet gök" userId="S::mehmet.gok1@std.bogazici.edu.tr::15632cb4-26f1-469b-a776-86ac63c7653c" providerId="AD" clId="Web-{5EFD0004-2592-F95E-58A4-16D6833E2E82}" dt="2025-02-12T10:17:26.278" v="448" actId="1076"/>
          <ac:picMkLst>
            <pc:docMk/>
            <pc:sldMk cId="186817828" sldId="261"/>
            <ac:picMk id="4" creationId="{9AFB9ABE-4008-BD6D-865F-961114823F30}"/>
          </ac:picMkLst>
        </pc:picChg>
      </pc:sldChg>
      <pc:sldChg chg="addSp delSp modSp new">
        <pc:chgData name="mehmet gök" userId="S::mehmet.gok1@std.bogazici.edu.tr::15632cb4-26f1-469b-a776-86ac63c7653c" providerId="AD" clId="Web-{5EFD0004-2592-F95E-58A4-16D6833E2E82}" dt="2025-02-12T10:21:03.629" v="562" actId="1076"/>
        <pc:sldMkLst>
          <pc:docMk/>
          <pc:sldMk cId="1007734577" sldId="262"/>
        </pc:sldMkLst>
        <pc:spChg chg="mod">
          <ac:chgData name="mehmet gök" userId="S::mehmet.gok1@std.bogazici.edu.tr::15632cb4-26f1-469b-a776-86ac63c7653c" providerId="AD" clId="Web-{5EFD0004-2592-F95E-58A4-16D6833E2E82}" dt="2025-02-12T10:19:03.953" v="510" actId="1076"/>
          <ac:spMkLst>
            <pc:docMk/>
            <pc:sldMk cId="1007734577" sldId="262"/>
            <ac:spMk id="2" creationId="{F77E8BD6-092F-2782-8663-8B9F2C1FAA92}"/>
          </ac:spMkLst>
        </pc:spChg>
        <pc:spChg chg="del">
          <ac:chgData name="mehmet gök" userId="S::mehmet.gok1@std.bogazici.edu.tr::15632cb4-26f1-469b-a776-86ac63c7653c" providerId="AD" clId="Web-{5EFD0004-2592-F95E-58A4-16D6833E2E82}" dt="2025-02-12T10:19:05.937" v="511"/>
          <ac:spMkLst>
            <pc:docMk/>
            <pc:sldMk cId="1007734577" sldId="262"/>
            <ac:spMk id="3" creationId="{C7F31067-653B-FE77-B1CD-F719103FF927}"/>
          </ac:spMkLst>
        </pc:spChg>
        <pc:spChg chg="add mod">
          <ac:chgData name="mehmet gök" userId="S::mehmet.gok1@std.bogazici.edu.tr::15632cb4-26f1-469b-a776-86ac63c7653c" providerId="AD" clId="Web-{5EFD0004-2592-F95E-58A4-16D6833E2E82}" dt="2025-02-12T10:19:42.079" v="525" actId="14100"/>
          <ac:spMkLst>
            <pc:docMk/>
            <pc:sldMk cId="1007734577" sldId="262"/>
            <ac:spMk id="5" creationId="{E59E0C9B-04FB-4F07-34F9-8B2C2129E9C8}"/>
          </ac:spMkLst>
        </pc:spChg>
        <pc:spChg chg="add mod">
          <ac:chgData name="mehmet gök" userId="S::mehmet.gok1@std.bogazici.edu.tr::15632cb4-26f1-469b-a776-86ac63c7653c" providerId="AD" clId="Web-{5EFD0004-2592-F95E-58A4-16D6833E2E82}" dt="2025-02-12T10:20:43.628" v="549" actId="14100"/>
          <ac:spMkLst>
            <pc:docMk/>
            <pc:sldMk cId="1007734577" sldId="262"/>
            <ac:spMk id="9" creationId="{DBEAE763-8E0C-93CE-45A3-888D868DAE92}"/>
          </ac:spMkLst>
        </pc:spChg>
        <pc:spChg chg="add mod">
          <ac:chgData name="mehmet gök" userId="S::mehmet.gok1@std.bogazici.edu.tr::15632cb4-26f1-469b-a776-86ac63c7653c" providerId="AD" clId="Web-{5EFD0004-2592-F95E-58A4-16D6833E2E82}" dt="2025-02-12T10:21:03.629" v="562" actId="1076"/>
          <ac:spMkLst>
            <pc:docMk/>
            <pc:sldMk cId="1007734577" sldId="262"/>
            <ac:spMk id="10" creationId="{3F1F9929-A760-0B79-3A93-F1F08CA102F6}"/>
          </ac:spMkLst>
        </pc:spChg>
        <pc:picChg chg="add mod">
          <ac:chgData name="mehmet gök" userId="S::mehmet.gok1@std.bogazici.edu.tr::15632cb4-26f1-469b-a776-86ac63c7653c" providerId="AD" clId="Web-{5EFD0004-2592-F95E-58A4-16D6833E2E82}" dt="2025-02-12T10:19:37.423" v="523" actId="1076"/>
          <ac:picMkLst>
            <pc:docMk/>
            <pc:sldMk cId="1007734577" sldId="262"/>
            <ac:picMk id="4" creationId="{A5FC3CE6-0B23-87D5-9AD6-0C655AA77BA5}"/>
          </ac:picMkLst>
        </pc:picChg>
        <pc:picChg chg="add mod">
          <ac:chgData name="mehmet gök" userId="S::mehmet.gok1@std.bogazici.edu.tr::15632cb4-26f1-469b-a776-86ac63c7653c" providerId="AD" clId="Web-{5EFD0004-2592-F95E-58A4-16D6833E2E82}" dt="2025-02-12T10:20:18.065" v="531" actId="1076"/>
          <ac:picMkLst>
            <pc:docMk/>
            <pc:sldMk cId="1007734577" sldId="262"/>
            <ac:picMk id="6" creationId="{D0C65B83-A09C-02AC-8A62-A5898D519781}"/>
          </ac:picMkLst>
        </pc:picChg>
        <pc:inkChg chg="add">
          <ac:chgData name="mehmet gök" userId="S::mehmet.gok1@std.bogazici.edu.tr::15632cb4-26f1-469b-a776-86ac63c7653c" providerId="AD" clId="Web-{5EFD0004-2592-F95E-58A4-16D6833E2E82}" dt="2025-02-12T10:20:23.393" v="532"/>
          <ac:inkMkLst>
            <pc:docMk/>
            <pc:sldMk cId="1007734577" sldId="262"/>
            <ac:inkMk id="7" creationId="{8F494220-8017-6474-477A-D1BCE959327E}"/>
          </ac:inkMkLst>
        </pc:inkChg>
        <pc:inkChg chg="add">
          <ac:chgData name="mehmet gök" userId="S::mehmet.gok1@std.bogazici.edu.tr::15632cb4-26f1-469b-a776-86ac63c7653c" providerId="AD" clId="Web-{5EFD0004-2592-F95E-58A4-16D6833E2E82}" dt="2025-02-12T10:20:25.175" v="533"/>
          <ac:inkMkLst>
            <pc:docMk/>
            <pc:sldMk cId="1007734577" sldId="262"/>
            <ac:inkMk id="8" creationId="{D7796AF4-39F5-E681-0D21-A7651948A1B0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31803 5027 16383 0 0,'5'0'0'0'0,"2"5"0"0"0,5 2 0 0 0,0 5 0 0 0,-2 5 0 0 0,3 0 0 0 0,-2 2 0 0 0,4-2 0 0 0,-2 7 0 0 0,-2 3 0 0 0,1-2 0 0 0,0 0 0 0 0,1-4 0 0 0,0-2 0 0 0,3-3 0 0 0,-2 1 0 0 0,2-3 0 0 0,-2 2 0 0 0,2-2 0 0 0,-1 1 0 0 0,1 4 0 0 0,3 4 0 0 0,4 3 0 0 0,3 2 0 0 0,2 1 0 0 0,2-3 0 0 0,-5-2 0 0 0,-1-5 0 0 0,-5 0 0 0 0,0-4 0 0 0,1-4 0 0 0,-2 1 0 0 0,1-1 0 0 0,-3 2 0 0 0,1-1 0 0 0,-3 3 0 0 0,2-1 0 0 0,-2 1 0 0 0,2 0 0 0 0,3 1 0 0 0,4 3 0 0 0,3-1 0 0 0,-3 1 0 0 0,5-2 0 0 0,-3 0 0 0 0,1-1 0 0 0,-6 0 0 0 0,1-2 0 0 0,-5 2 0 0 0,1-2 0 0 0,-3 2 0 0 0,2-2 0 0 0,-3 2 0 0 0,3-2 0 0 0,-2 2 0 0 0,2-2 0 0 0,-2 2 0 0 0,2 4 0 0 0,3-2 0 0 0,-1 1 0 0 0,1-3 0 0 0,-3 2 0 0 0,2-3 0 0 0,-3 1 0 0 0,-4 3 0 0 0,2-1 0 0 0,-2 1 0 0 0,2-3 0 0 0,0 2 0 0 0,2-3 0 0 0,-1 1 0 0 0,2-2 0 0 0,-2 2 0 0 0,2-2 0 0 0,-2 2 0 0 0,2-2 0 0 0,-1 2 0 0 0,-4 3 0 0 0,1-1 0 0 0,0 1 0 0 0,1 3 0 0 0,5-3 0 0 0,-1 1 0 0 0,2-3 0 0 0,-3 0 0 0 0,2-2 0 0 0,-3 2 0 0 0,1-3 0 0 0,-1-4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33111 5768 16383 0 0,'0'5'0'0'0,"0"7"0"0"0,0 7 0 0 0,0 4 0 0 0,0 5 0 0 0,5-4 0 0 0,2 1 0 0 0,-1 0 0 0 0,0 1 0 0 0,-3 2 0 0 0,5-5 0 0 0,0 0 0 0 0,-1 0 0 0 0,-2 2 0 0 0,-1 2 0 0 0,-2 1 0 0 0,4-4 0 0 0,1 0 0 0 0,-1-1 0 0 0,-1 3 0 0 0,-1 0 0 0 0,-2 3 0 0 0,-1 0 0 0 0,-1 1 0 0 0,0 0 0 0 0,0 1 0 0 0,-1-1 0 0 0,1 1 0 0 0,-5-6 0 0 0,-2-12 0 0 0,-5-8 0 0 0,-5-5 0 0 0,0-7 0 0 0,-3-3 0 0 0,-2 0 0 0 0,2-3 0 0 0,0 1 0 0 0,-3 2 0 0 0,4-3 0 0 0,-1 2 0 0 0,-2-3 0 0 0,-3 1 0 0 0,-1 3 0 0 0,3-3 0 0 0,0 2 0 0 0,-1 2 0 0 0,-1-2 0 0 0,-2 1 0 0 0,4-4 0 0 0,0 1 0 0 0,0 3 0 0 0,3-2 0 0 0,0 1 0 0 0,-2 2 0 0 0,-2 3 0 0 0,-2 2 0 0 0,3-3 0 0 0,1-1 0 0 0,-2 2 0 0 0,4-4 0 0 0,0 0 0 0 0,-2 2 0 0 0,-2 1 0 0 0,3-2 0 0 0,0 0 0 0 0,-2 2 0 0 0,3 1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1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MPPT with Fuzzy Logic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1E2D9-AEA4-35E1-2C81-09DACBC7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136525"/>
            <a:ext cx="10515600" cy="658813"/>
          </a:xfrm>
        </p:spPr>
        <p:txBody>
          <a:bodyPr>
            <a:normAutofit fontScale="90000"/>
          </a:bodyPr>
          <a:lstStyle/>
          <a:p>
            <a:r>
              <a:rPr lang="en-US" dirty="0"/>
              <a:t>System:</a:t>
            </a:r>
          </a:p>
        </p:txBody>
      </p:sp>
      <p:pic>
        <p:nvPicPr>
          <p:cNvPr id="4" name="Picture 3" descr="A diagram of a power supply system&#10;&#10;AI-generated content may be incorrect.">
            <a:extLst>
              <a:ext uri="{FF2B5EF4-FFF2-40B4-BE49-F238E27FC236}">
                <a16:creationId xmlns:a16="http://schemas.microsoft.com/office/drawing/2014/main" id="{80EB949B-1680-9304-B718-F6742E4D4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3" y="1219200"/>
            <a:ext cx="7839075" cy="39719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943787-2E94-CA56-084A-D1AAF53FF774}"/>
              </a:ext>
            </a:extLst>
          </p:cNvPr>
          <p:cNvSpPr txBox="1"/>
          <p:nvPr/>
        </p:nvSpPr>
        <p:spPr>
          <a:xfrm>
            <a:off x="200025" y="6486525"/>
            <a:ext cx="86677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https://ieeexplore.ieee.org/stamp/stamp.jsp?tp=&amp;arnumber=9768650</a:t>
            </a:r>
          </a:p>
        </p:txBody>
      </p:sp>
    </p:spTree>
    <p:extLst>
      <p:ext uri="{BB962C8B-B14F-4D97-AF65-F5344CB8AC3E}">
        <p14:creationId xmlns:p14="http://schemas.microsoft.com/office/powerpoint/2010/main" val="2540327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E2E8-893A-1CE2-FB11-6801900B3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3175"/>
            <a:ext cx="10515600" cy="744538"/>
          </a:xfrm>
        </p:spPr>
        <p:txBody>
          <a:bodyPr/>
          <a:lstStyle/>
          <a:p>
            <a:r>
              <a:rPr lang="en-US" dirty="0"/>
              <a:t>Photovoltaic IV characteristics</a:t>
            </a:r>
          </a:p>
        </p:txBody>
      </p:sp>
      <p:pic>
        <p:nvPicPr>
          <p:cNvPr id="4" name="Picture 3" descr="A diagram of different voltages&#10;&#10;AI-generated content may be incorrect.">
            <a:extLst>
              <a:ext uri="{FF2B5EF4-FFF2-40B4-BE49-F238E27FC236}">
                <a16:creationId xmlns:a16="http://schemas.microsoft.com/office/drawing/2014/main" id="{83D102BB-79BA-0477-425C-8E026F66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52475"/>
            <a:ext cx="7134225" cy="5600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B5219C-6113-477D-E75E-7650BE2FCC67}"/>
              </a:ext>
            </a:extLst>
          </p:cNvPr>
          <p:cNvSpPr txBox="1"/>
          <p:nvPr/>
        </p:nvSpPr>
        <p:spPr>
          <a:xfrm>
            <a:off x="838200" y="6486525"/>
            <a:ext cx="92106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https://arka360.com/ros/factors-affect-photovoltaic-performance/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ABDFA0-77D6-8BF1-6166-9FE4F424B5CF}"/>
              </a:ext>
            </a:extLst>
          </p:cNvPr>
          <p:cNvSpPr txBox="1"/>
          <p:nvPr/>
        </p:nvSpPr>
        <p:spPr>
          <a:xfrm>
            <a:off x="8684078" y="1817913"/>
            <a:ext cx="3189514" cy="1200329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Due to point maximizes the power there should be </a:t>
            </a:r>
            <a:r>
              <a:rPr lang="en-US" dirty="0">
                <a:solidFill>
                  <a:srgbClr val="FF0000"/>
                </a:solidFill>
              </a:rPr>
              <a:t>DC-DC converter</a:t>
            </a:r>
            <a:r>
              <a:rPr lang="en-US" dirty="0"/>
              <a:t> to make kind of impedance match.</a:t>
            </a:r>
          </a:p>
        </p:txBody>
      </p:sp>
    </p:spTree>
    <p:extLst>
      <p:ext uri="{BB962C8B-B14F-4D97-AF65-F5344CB8AC3E}">
        <p14:creationId xmlns:p14="http://schemas.microsoft.com/office/powerpoint/2010/main" val="1517889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8894-A2C7-9E98-A237-64C55FEBE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146050"/>
            <a:ext cx="10515600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System Membership Functions: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91C43-C6AF-0506-B01E-141D53FE4AC6}"/>
              </a:ext>
            </a:extLst>
          </p:cNvPr>
          <p:cNvSpPr txBox="1"/>
          <p:nvPr/>
        </p:nvSpPr>
        <p:spPr>
          <a:xfrm>
            <a:off x="3166382" y="794657"/>
            <a:ext cx="323577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System will include two input.</a:t>
            </a:r>
          </a:p>
          <a:p>
            <a:r>
              <a:rPr lang="en-US" dirty="0"/>
              <a:t>Inputs are as follows:</a:t>
            </a:r>
          </a:p>
        </p:txBody>
      </p:sp>
      <p:pic>
        <p:nvPicPr>
          <p:cNvPr id="5" name="Picture 4" descr="A mathematical equations on a white background&#10;&#10;AI-generated content may be incorrect.">
            <a:extLst>
              <a:ext uri="{FF2B5EF4-FFF2-40B4-BE49-F238E27FC236}">
                <a16:creationId xmlns:a16="http://schemas.microsoft.com/office/drawing/2014/main" id="{5C95935B-D7FA-0EE6-291F-E0C689B25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138" y="1681163"/>
            <a:ext cx="5114925" cy="1190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901994-150C-9766-2504-E0EBDD39B072}"/>
              </a:ext>
            </a:extLst>
          </p:cNvPr>
          <p:cNvSpPr txBox="1"/>
          <p:nvPr/>
        </p:nvSpPr>
        <p:spPr>
          <a:xfrm>
            <a:off x="6619875" y="790575"/>
            <a:ext cx="402907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System has one output which is Duty Cycle of PWM driving DC-DC converter</a:t>
            </a:r>
          </a:p>
        </p:txBody>
      </p:sp>
      <p:pic>
        <p:nvPicPr>
          <p:cNvPr id="7" name="Picture 6" descr="A diagram of a function&#10;&#10;AI-generated content may be incorrect.">
            <a:extLst>
              <a:ext uri="{FF2B5EF4-FFF2-40B4-BE49-F238E27FC236}">
                <a16:creationId xmlns:a16="http://schemas.microsoft.com/office/drawing/2014/main" id="{421F21FD-AD46-71BE-2788-75084DD82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825" y="4467225"/>
            <a:ext cx="4781550" cy="1790700"/>
          </a:xfrm>
          <a:prstGeom prst="rect">
            <a:avLst/>
          </a:prstGeom>
        </p:spPr>
      </p:pic>
      <p:pic>
        <p:nvPicPr>
          <p:cNvPr id="8" name="Picture 7" descr="A line graph with colored lines&#10;&#10;AI-generated content may be incorrect.">
            <a:extLst>
              <a:ext uri="{FF2B5EF4-FFF2-40B4-BE49-F238E27FC236}">
                <a16:creationId xmlns:a16="http://schemas.microsoft.com/office/drawing/2014/main" id="{E33F5C5D-23AB-FCDF-4375-BB432053FA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77" r="8366"/>
          <a:stretch/>
        </p:blipFill>
        <p:spPr>
          <a:xfrm>
            <a:off x="4048125" y="4467225"/>
            <a:ext cx="4105281" cy="1790700"/>
          </a:xfrm>
          <a:prstGeom prst="rect">
            <a:avLst/>
          </a:prstGeom>
        </p:spPr>
      </p:pic>
      <p:pic>
        <p:nvPicPr>
          <p:cNvPr id="9" name="Picture 8" descr="A diagram of a function&#10;&#10;AI-generated content may be incorrect.">
            <a:extLst>
              <a:ext uri="{FF2B5EF4-FFF2-40B4-BE49-F238E27FC236}">
                <a16:creationId xmlns:a16="http://schemas.microsoft.com/office/drawing/2014/main" id="{39A73037-79B2-A6FA-2A28-842476CA8F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81" r="7400" b="-1059"/>
          <a:stretch/>
        </p:blipFill>
        <p:spPr>
          <a:xfrm>
            <a:off x="8152507" y="4467225"/>
            <a:ext cx="4029970" cy="17904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4525E2-208B-C7C5-A838-ED6E5F8AC726}"/>
              </a:ext>
            </a:extLst>
          </p:cNvPr>
          <p:cNvSpPr txBox="1"/>
          <p:nvPr/>
        </p:nvSpPr>
        <p:spPr>
          <a:xfrm>
            <a:off x="4567918" y="2873828"/>
            <a:ext cx="247377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P: power of PV output</a:t>
            </a:r>
          </a:p>
          <a:p>
            <a:r>
              <a:rPr lang="en-US" dirty="0"/>
              <a:t>V: Voltage of PV output</a:t>
            </a:r>
          </a:p>
          <a:p>
            <a:r>
              <a:rPr lang="en-US" dirty="0"/>
              <a:t>I: Current of PV 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C19EA3-DCF5-FDAA-F6E9-6AFF8DA0BCBF}"/>
              </a:ext>
            </a:extLst>
          </p:cNvPr>
          <p:cNvSpPr txBox="1"/>
          <p:nvPr/>
        </p:nvSpPr>
        <p:spPr>
          <a:xfrm>
            <a:off x="247650" y="4095750"/>
            <a:ext cx="93249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Membership functions: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C2CA07-7E35-7D81-8A60-C8753E61F35F}"/>
              </a:ext>
            </a:extLst>
          </p:cNvPr>
          <p:cNvSpPr txBox="1"/>
          <p:nvPr/>
        </p:nvSpPr>
        <p:spPr>
          <a:xfrm>
            <a:off x="0" y="6486525"/>
            <a:ext cx="8886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https://ieeexplore.ieee.org/stamp/stamp.jsp?tp=&amp;arnumber=8012756</a:t>
            </a:r>
          </a:p>
        </p:txBody>
      </p:sp>
    </p:spTree>
    <p:extLst>
      <p:ext uri="{BB962C8B-B14F-4D97-AF65-F5344CB8AC3E}">
        <p14:creationId xmlns:p14="http://schemas.microsoft.com/office/powerpoint/2010/main" val="1984311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CE0DE-6D03-0156-DEE1-B3703B1E9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475"/>
            <a:ext cx="10515600" cy="763588"/>
          </a:xfrm>
        </p:spPr>
        <p:txBody>
          <a:bodyPr/>
          <a:lstStyle/>
          <a:p>
            <a:r>
              <a:rPr lang="en-US" dirty="0"/>
              <a:t>Inference system rule set:</a:t>
            </a:r>
          </a:p>
        </p:txBody>
      </p:sp>
      <p:pic>
        <p:nvPicPr>
          <p:cNvPr id="4" name="Picture 3" descr="A table with black and white text&#10;&#10;AI-generated content may be incorrect.">
            <a:extLst>
              <a:ext uri="{FF2B5EF4-FFF2-40B4-BE49-F238E27FC236}">
                <a16:creationId xmlns:a16="http://schemas.microsoft.com/office/drawing/2014/main" id="{1477D2F3-609F-CB0B-838F-49D45E6F8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313" y="1138238"/>
            <a:ext cx="8362950" cy="3619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64349B-94A7-6E04-FFC2-183B84E33EA7}"/>
              </a:ext>
            </a:extLst>
          </p:cNvPr>
          <p:cNvSpPr txBox="1"/>
          <p:nvPr/>
        </p:nvSpPr>
        <p:spPr>
          <a:xfrm>
            <a:off x="1743075" y="4762500"/>
            <a:ext cx="8886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https://ieeexplore.ieee.org/stamp/stamp.jsp?tp=&amp;arnumber=8012756</a:t>
            </a:r>
          </a:p>
        </p:txBody>
      </p:sp>
    </p:spTree>
    <p:extLst>
      <p:ext uri="{BB962C8B-B14F-4D97-AF65-F5344CB8AC3E}">
        <p14:creationId xmlns:p14="http://schemas.microsoft.com/office/powerpoint/2010/main" val="2462096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2223E-11CF-66AC-4857-A23F2B8F9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900"/>
            <a:ext cx="10515600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Simulink setup and simulation:</a:t>
            </a:r>
          </a:p>
        </p:txBody>
      </p:sp>
      <p:pic>
        <p:nvPicPr>
          <p:cNvPr id="4" name="Picture 3" descr="A diagram of a machine&#10;&#10;AI-generated content may be incorrect.">
            <a:extLst>
              <a:ext uri="{FF2B5EF4-FFF2-40B4-BE49-F238E27FC236}">
                <a16:creationId xmlns:a16="http://schemas.microsoft.com/office/drawing/2014/main" id="{9AFB9ABE-4008-BD6D-865F-961114823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736741"/>
            <a:ext cx="11115675" cy="49463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B48CA0-5225-58C6-2550-89252354380F}"/>
              </a:ext>
            </a:extLst>
          </p:cNvPr>
          <p:cNvSpPr txBox="1"/>
          <p:nvPr/>
        </p:nvSpPr>
        <p:spPr>
          <a:xfrm>
            <a:off x="500742" y="5821136"/>
            <a:ext cx="1136468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Component parameters of boost converter is </a:t>
            </a:r>
            <a:r>
              <a:rPr lang="en-US" dirty="0">
                <a:ea typeface="+mn-lt"/>
                <a:cs typeface="+mn-lt"/>
              </a:rPr>
              <a:t>arbitrarily </a:t>
            </a:r>
            <a:r>
              <a:rPr lang="en-US" dirty="0"/>
              <a:t>chosen.</a:t>
            </a:r>
          </a:p>
          <a:p>
            <a:r>
              <a:rPr lang="en-US" dirty="0"/>
              <a:t>L: 900uH</a:t>
            </a:r>
          </a:p>
          <a:p>
            <a:r>
              <a:rPr lang="en-US" dirty="0"/>
              <a:t>C:1mF      R:10ohm</a:t>
            </a:r>
          </a:p>
        </p:txBody>
      </p:sp>
    </p:spTree>
    <p:extLst>
      <p:ext uri="{BB962C8B-B14F-4D97-AF65-F5344CB8AC3E}">
        <p14:creationId xmlns:p14="http://schemas.microsoft.com/office/powerpoint/2010/main" val="186817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E8BD6-092F-2782-8663-8B9F2C1FA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75"/>
            <a:ext cx="10515600" cy="573088"/>
          </a:xfrm>
        </p:spPr>
        <p:txBody>
          <a:bodyPr>
            <a:normAutofit fontScale="90000"/>
          </a:bodyPr>
          <a:lstStyle/>
          <a:p>
            <a:r>
              <a:rPr lang="en-US" dirty="0"/>
              <a:t>Simulation Result</a:t>
            </a:r>
          </a:p>
        </p:txBody>
      </p:sp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A5FC3CE6-0B23-87D5-9AD6-0C655AA77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" y="795338"/>
            <a:ext cx="7077075" cy="4305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9E0C9B-04FB-4F07-34F9-8B2C2129E9C8}"/>
              </a:ext>
            </a:extLst>
          </p:cNvPr>
          <p:cNvSpPr txBox="1"/>
          <p:nvPr/>
        </p:nvSpPr>
        <p:spPr>
          <a:xfrm>
            <a:off x="-2722" y="5105400"/>
            <a:ext cx="19662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Output voltage</a:t>
            </a:r>
          </a:p>
        </p:txBody>
      </p:sp>
      <p:pic>
        <p:nvPicPr>
          <p:cNvPr id="6" name="Picture 5" descr="A diagram of a solar panel&#10;&#10;AI-generated content may be incorrect.">
            <a:extLst>
              <a:ext uri="{FF2B5EF4-FFF2-40B4-BE49-F238E27FC236}">
                <a16:creationId xmlns:a16="http://schemas.microsoft.com/office/drawing/2014/main" id="{D0C65B83-A09C-02AC-8A62-A5898D519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075" y="1995488"/>
            <a:ext cx="4429125" cy="31051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F494220-8017-6474-477A-D1BCE959327E}"/>
                  </a:ext>
                </a:extLst>
              </p14:cNvPr>
              <p14:cNvContentPartPr/>
              <p14:nvPr/>
            </p14:nvContentPartPr>
            <p14:xfrm>
              <a:off x="10461171" y="1447800"/>
              <a:ext cx="525571" cy="540492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F494220-8017-6474-477A-D1BCE95932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43544" y="1429808"/>
                <a:ext cx="561185" cy="5761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7796AF4-39F5-E681-0D21-A7651948A1B0}"/>
                  </a:ext>
                </a:extLst>
              </p14:cNvPr>
              <p14:cNvContentPartPr/>
              <p14:nvPr/>
            </p14:nvContentPartPr>
            <p14:xfrm>
              <a:off x="10700263" y="1752599"/>
              <a:ext cx="294803" cy="266535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7796AF4-39F5-E681-0D21-A7651948A1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82287" y="1734974"/>
                <a:ext cx="330395" cy="302145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BEAE763-8E0C-93CE-45A3-888D868DAE92}"/>
              </a:ext>
            </a:extLst>
          </p:cNvPr>
          <p:cNvSpPr txBox="1"/>
          <p:nvPr/>
        </p:nvSpPr>
        <p:spPr>
          <a:xfrm>
            <a:off x="8313963" y="5105400"/>
            <a:ext cx="21512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Steady state Power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1F9929-A760-0B79-3A93-F1F08CA102F6}"/>
              </a:ext>
            </a:extLst>
          </p:cNvPr>
          <p:cNvSpPr txBox="1"/>
          <p:nvPr/>
        </p:nvSpPr>
        <p:spPr>
          <a:xfrm>
            <a:off x="8313963" y="6487885"/>
            <a:ext cx="34140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Max power offered by PV is 280W</a:t>
            </a:r>
          </a:p>
        </p:txBody>
      </p:sp>
    </p:spTree>
    <p:extLst>
      <p:ext uri="{BB962C8B-B14F-4D97-AF65-F5344CB8AC3E}">
        <p14:creationId xmlns:p14="http://schemas.microsoft.com/office/powerpoint/2010/main" val="1007734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MPPT with Fuzzy Logic</vt:lpstr>
      <vt:lpstr>System:</vt:lpstr>
      <vt:lpstr>Photovoltaic IV characteristics</vt:lpstr>
      <vt:lpstr>System Membership Functions:</vt:lpstr>
      <vt:lpstr>Inference system rule set:</vt:lpstr>
      <vt:lpstr>Simulink setup and simulation:</vt:lpstr>
      <vt:lpstr>Simulation Result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119</cp:revision>
  <dcterms:created xsi:type="dcterms:W3CDTF">2025-02-12T10:04:22Z</dcterms:created>
  <dcterms:modified xsi:type="dcterms:W3CDTF">2025-02-12T10:21:12Z</dcterms:modified>
</cp:coreProperties>
</file>