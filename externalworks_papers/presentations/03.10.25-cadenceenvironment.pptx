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0" r:id="rId4"/>
    <p:sldId id="261" r:id="rId5"/>
    <p:sldId id="257" r:id="rId6"/>
    <p:sldId id="259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564BFD-E2E0-D2ED-440E-493B8E27CAFB}" v="442" dt="2025-10-03T10:05:47.3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met GOK [ATEKMIDAS]" userId="S::mehmet.gok@atekmidas.com::7feb05d9-d34f-43dc-bf8b-cf41f93a39a1" providerId="AD" clId="Web-{2A564BFD-E2E0-D2ED-440E-493B8E27CAFB}"/>
    <pc:docChg chg="addSld delSld modSld sldOrd">
      <pc:chgData name="Mehmet GOK [ATEKMIDAS]" userId="S::mehmet.gok@atekmidas.com::7feb05d9-d34f-43dc-bf8b-cf41f93a39a1" providerId="AD" clId="Web-{2A564BFD-E2E0-D2ED-440E-493B8E27CAFB}" dt="2025-10-03T10:05:46.783" v="374" actId="20577"/>
      <pc:docMkLst>
        <pc:docMk/>
      </pc:docMkLst>
      <pc:sldChg chg="modSp">
        <pc:chgData name="Mehmet GOK [ATEKMIDAS]" userId="S::mehmet.gok@atekmidas.com::7feb05d9-d34f-43dc-bf8b-cf41f93a39a1" providerId="AD" clId="Web-{2A564BFD-E2E0-D2ED-440E-493B8E27CAFB}" dt="2025-10-03T09:45:53.505" v="13" actId="20577"/>
        <pc:sldMkLst>
          <pc:docMk/>
          <pc:sldMk cId="109857222" sldId="256"/>
        </pc:sldMkLst>
        <pc:spChg chg="mod">
          <ac:chgData name="Mehmet GOK [ATEKMIDAS]" userId="S::mehmet.gok@atekmidas.com::7feb05d9-d34f-43dc-bf8b-cf41f93a39a1" providerId="AD" clId="Web-{2A564BFD-E2E0-D2ED-440E-493B8E27CAFB}" dt="2025-10-03T09:45:53.505" v="13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addSp delSp modSp new">
        <pc:chgData name="Mehmet GOK [ATEKMIDAS]" userId="S::mehmet.gok@atekmidas.com::7feb05d9-d34f-43dc-bf8b-cf41f93a39a1" providerId="AD" clId="Web-{2A564BFD-E2E0-D2ED-440E-493B8E27CAFB}" dt="2025-10-03T10:00:54.478" v="187" actId="20577"/>
        <pc:sldMkLst>
          <pc:docMk/>
          <pc:sldMk cId="2853408915" sldId="257"/>
        </pc:sldMkLst>
        <pc:spChg chg="mod">
          <ac:chgData name="Mehmet GOK [ATEKMIDAS]" userId="S::mehmet.gok@atekmidas.com::7feb05d9-d34f-43dc-bf8b-cf41f93a39a1" providerId="AD" clId="Web-{2A564BFD-E2E0-D2ED-440E-493B8E27CAFB}" dt="2025-10-03T09:57:42.765" v="112" actId="20577"/>
          <ac:spMkLst>
            <pc:docMk/>
            <pc:sldMk cId="2853408915" sldId="257"/>
            <ac:spMk id="2" creationId="{A1505F75-F420-E178-947E-843117A3E3BE}"/>
          </ac:spMkLst>
        </pc:spChg>
        <pc:spChg chg="del">
          <ac:chgData name="Mehmet GOK [ATEKMIDAS]" userId="S::mehmet.gok@atekmidas.com::7feb05d9-d34f-43dc-bf8b-cf41f93a39a1" providerId="AD" clId="Web-{2A564BFD-E2E0-D2ED-440E-493B8E27CAFB}" dt="2025-10-03T09:47:17.789" v="18"/>
          <ac:spMkLst>
            <pc:docMk/>
            <pc:sldMk cId="2853408915" sldId="257"/>
            <ac:spMk id="3" creationId="{D6BDF5BF-29D2-2731-6188-C80D2D309FF5}"/>
          </ac:spMkLst>
        </pc:spChg>
        <pc:spChg chg="add mod">
          <ac:chgData name="Mehmet GOK [ATEKMIDAS]" userId="S::mehmet.gok@atekmidas.com::7feb05d9-d34f-43dc-bf8b-cf41f93a39a1" providerId="AD" clId="Web-{2A564BFD-E2E0-D2ED-440E-493B8E27CAFB}" dt="2025-10-03T10:00:23.414" v="171"/>
          <ac:spMkLst>
            <pc:docMk/>
            <pc:sldMk cId="2853408915" sldId="257"/>
            <ac:spMk id="5" creationId="{685B6216-4ED9-EBE2-0E1E-944D56D08D51}"/>
          </ac:spMkLst>
        </pc:spChg>
        <pc:spChg chg="add mod">
          <ac:chgData name="Mehmet GOK [ATEKMIDAS]" userId="S::mehmet.gok@atekmidas.com::7feb05d9-d34f-43dc-bf8b-cf41f93a39a1" providerId="AD" clId="Web-{2A564BFD-E2E0-D2ED-440E-493B8E27CAFB}" dt="2025-10-03T09:58:27.768" v="125" actId="20577"/>
          <ac:spMkLst>
            <pc:docMk/>
            <pc:sldMk cId="2853408915" sldId="257"/>
            <ac:spMk id="6" creationId="{2312207F-3752-D224-267C-8F100CADB0F0}"/>
          </ac:spMkLst>
        </pc:spChg>
        <pc:spChg chg="add mod">
          <ac:chgData name="Mehmet GOK [ATEKMIDAS]" userId="S::mehmet.gok@atekmidas.com::7feb05d9-d34f-43dc-bf8b-cf41f93a39a1" providerId="AD" clId="Web-{2A564BFD-E2E0-D2ED-440E-493B8E27CAFB}" dt="2025-10-03T10:00:17.851" v="170"/>
          <ac:spMkLst>
            <pc:docMk/>
            <pc:sldMk cId="2853408915" sldId="257"/>
            <ac:spMk id="7" creationId="{CAF697B8-048C-BE12-4814-1737B7A84DC0}"/>
          </ac:spMkLst>
        </pc:spChg>
        <pc:spChg chg="add mod">
          <ac:chgData name="Mehmet GOK [ATEKMIDAS]" userId="S::mehmet.gok@atekmidas.com::7feb05d9-d34f-43dc-bf8b-cf41f93a39a1" providerId="AD" clId="Web-{2A564BFD-E2E0-D2ED-440E-493B8E27CAFB}" dt="2025-10-03T09:59:41.740" v="145"/>
          <ac:spMkLst>
            <pc:docMk/>
            <pc:sldMk cId="2853408915" sldId="257"/>
            <ac:spMk id="9" creationId="{58659690-BC5F-946B-E7EE-D81C6A50D43F}"/>
          </ac:spMkLst>
        </pc:spChg>
        <pc:spChg chg="add mod">
          <ac:chgData name="Mehmet GOK [ATEKMIDAS]" userId="S::mehmet.gok@atekmidas.com::7feb05d9-d34f-43dc-bf8b-cf41f93a39a1" providerId="AD" clId="Web-{2A564BFD-E2E0-D2ED-440E-493B8E27CAFB}" dt="2025-10-03T10:00:00.804" v="164" actId="14100"/>
          <ac:spMkLst>
            <pc:docMk/>
            <pc:sldMk cId="2853408915" sldId="257"/>
            <ac:spMk id="10" creationId="{42F2AEE7-1282-B056-2EBB-D1453CEE6D0D}"/>
          </ac:spMkLst>
        </pc:spChg>
        <pc:spChg chg="add mod">
          <ac:chgData name="Mehmet GOK [ATEKMIDAS]" userId="S::mehmet.gok@atekmidas.com::7feb05d9-d34f-43dc-bf8b-cf41f93a39a1" providerId="AD" clId="Web-{2A564BFD-E2E0-D2ED-440E-493B8E27CAFB}" dt="2025-10-03T10:00:13.351" v="169"/>
          <ac:spMkLst>
            <pc:docMk/>
            <pc:sldMk cId="2853408915" sldId="257"/>
            <ac:spMk id="11" creationId="{7531DF92-21DC-1F10-C7FB-67C7326E7471}"/>
          </ac:spMkLst>
        </pc:spChg>
        <pc:spChg chg="add mod">
          <ac:chgData name="Mehmet GOK [ATEKMIDAS]" userId="S::mehmet.gok@atekmidas.com::7feb05d9-d34f-43dc-bf8b-cf41f93a39a1" providerId="AD" clId="Web-{2A564BFD-E2E0-D2ED-440E-493B8E27CAFB}" dt="2025-10-03T10:00:36.852" v="176" actId="1076"/>
          <ac:spMkLst>
            <pc:docMk/>
            <pc:sldMk cId="2853408915" sldId="257"/>
            <ac:spMk id="12" creationId="{A8027E7C-A1F2-226C-FDF8-E61A15327224}"/>
          </ac:spMkLst>
        </pc:spChg>
        <pc:spChg chg="add mod">
          <ac:chgData name="Mehmet GOK [ATEKMIDAS]" userId="S::mehmet.gok@atekmidas.com::7feb05d9-d34f-43dc-bf8b-cf41f93a39a1" providerId="AD" clId="Web-{2A564BFD-E2E0-D2ED-440E-493B8E27CAFB}" dt="2025-10-03T10:00:44.087" v="180" actId="1076"/>
          <ac:spMkLst>
            <pc:docMk/>
            <pc:sldMk cId="2853408915" sldId="257"/>
            <ac:spMk id="13" creationId="{CE713F86-8CDB-D75F-C187-2A0037B9DE6C}"/>
          </ac:spMkLst>
        </pc:spChg>
        <pc:spChg chg="add mod">
          <ac:chgData name="Mehmet GOK [ATEKMIDAS]" userId="S::mehmet.gok@atekmidas.com::7feb05d9-d34f-43dc-bf8b-cf41f93a39a1" providerId="AD" clId="Web-{2A564BFD-E2E0-D2ED-440E-493B8E27CAFB}" dt="2025-10-03T10:00:54.478" v="187" actId="20577"/>
          <ac:spMkLst>
            <pc:docMk/>
            <pc:sldMk cId="2853408915" sldId="257"/>
            <ac:spMk id="14" creationId="{2ED9AA34-3D5B-DB3F-E329-61AE3F272EBF}"/>
          </ac:spMkLst>
        </pc:spChg>
        <pc:picChg chg="add mod">
          <ac:chgData name="Mehmet GOK [ATEKMIDAS]" userId="S::mehmet.gok@atekmidas.com::7feb05d9-d34f-43dc-bf8b-cf41f93a39a1" providerId="AD" clId="Web-{2A564BFD-E2E0-D2ED-440E-493B8E27CAFB}" dt="2025-10-03T09:58:34.362" v="128" actId="1076"/>
          <ac:picMkLst>
            <pc:docMk/>
            <pc:sldMk cId="2853408915" sldId="257"/>
            <ac:picMk id="4" creationId="{6420BA4F-A982-2BAD-20FF-533C543B6223}"/>
          </ac:picMkLst>
        </pc:picChg>
        <pc:cxnChg chg="add del">
          <ac:chgData name="Mehmet GOK [ATEKMIDAS]" userId="S::mehmet.gok@atekmidas.com::7feb05d9-d34f-43dc-bf8b-cf41f93a39a1" providerId="AD" clId="Web-{2A564BFD-E2E0-D2ED-440E-493B8E27CAFB}" dt="2025-10-03T09:59:29.662" v="142"/>
          <ac:cxnSpMkLst>
            <pc:docMk/>
            <pc:sldMk cId="2853408915" sldId="257"/>
            <ac:cxnSpMk id="8" creationId="{FAD5572E-B5AE-D0C1-FEA7-716145D5EA36}"/>
          </ac:cxnSpMkLst>
        </pc:cxnChg>
      </pc:sldChg>
      <pc:sldChg chg="addSp delSp modSp new ord">
        <pc:chgData name="Mehmet GOK [ATEKMIDAS]" userId="S::mehmet.gok@atekmidas.com::7feb05d9-d34f-43dc-bf8b-cf41f93a39a1" providerId="AD" clId="Web-{2A564BFD-E2E0-D2ED-440E-493B8E27CAFB}" dt="2025-10-03T09:55:58.552" v="93"/>
        <pc:sldMkLst>
          <pc:docMk/>
          <pc:sldMk cId="2486854662" sldId="258"/>
        </pc:sldMkLst>
        <pc:spChg chg="mod">
          <ac:chgData name="Mehmet GOK [ATEKMIDAS]" userId="S::mehmet.gok@atekmidas.com::7feb05d9-d34f-43dc-bf8b-cf41f93a39a1" providerId="AD" clId="Web-{2A564BFD-E2E0-D2ED-440E-493B8E27CAFB}" dt="2025-10-03T09:47:56.930" v="43" actId="1076"/>
          <ac:spMkLst>
            <pc:docMk/>
            <pc:sldMk cId="2486854662" sldId="258"/>
            <ac:spMk id="2" creationId="{64082300-380B-0525-3C1D-56AB9A75C38B}"/>
          </ac:spMkLst>
        </pc:spChg>
        <pc:spChg chg="del mod">
          <ac:chgData name="Mehmet GOK [ATEKMIDAS]" userId="S::mehmet.gok@atekmidas.com::7feb05d9-d34f-43dc-bf8b-cf41f93a39a1" providerId="AD" clId="Web-{2A564BFD-E2E0-D2ED-440E-493B8E27CAFB}" dt="2025-10-03T09:47:59.743" v="44"/>
          <ac:spMkLst>
            <pc:docMk/>
            <pc:sldMk cId="2486854662" sldId="258"/>
            <ac:spMk id="3" creationId="{7DFAA2C7-9E9C-264F-867F-E1B5E823FE2C}"/>
          </ac:spMkLst>
        </pc:spChg>
        <pc:spChg chg="add mod">
          <ac:chgData name="Mehmet GOK [ATEKMIDAS]" userId="S::mehmet.gok@atekmidas.com::7feb05d9-d34f-43dc-bf8b-cf41f93a39a1" providerId="AD" clId="Web-{2A564BFD-E2E0-D2ED-440E-493B8E27CAFB}" dt="2025-10-03T09:48:48.618" v="78" actId="20577"/>
          <ac:spMkLst>
            <pc:docMk/>
            <pc:sldMk cId="2486854662" sldId="258"/>
            <ac:spMk id="5" creationId="{DBDAB50D-91F6-933E-F408-69FD64F82E9C}"/>
          </ac:spMkLst>
        </pc:spChg>
        <pc:picChg chg="add mod">
          <ac:chgData name="Mehmet GOK [ATEKMIDAS]" userId="S::mehmet.gok@atekmidas.com::7feb05d9-d34f-43dc-bf8b-cf41f93a39a1" providerId="AD" clId="Web-{2A564BFD-E2E0-D2ED-440E-493B8E27CAFB}" dt="2025-10-03T09:48:27.212" v="46" actId="1076"/>
          <ac:picMkLst>
            <pc:docMk/>
            <pc:sldMk cId="2486854662" sldId="258"/>
            <ac:picMk id="4" creationId="{1F330F9B-F430-A5A8-9851-92F374BAB797}"/>
          </ac:picMkLst>
        </pc:picChg>
      </pc:sldChg>
      <pc:sldChg chg="addSp delSp modSp new">
        <pc:chgData name="Mehmet GOK [ATEKMIDAS]" userId="S::mehmet.gok@atekmidas.com::7feb05d9-d34f-43dc-bf8b-cf41f93a39a1" providerId="AD" clId="Web-{2A564BFD-E2E0-D2ED-440E-493B8E27CAFB}" dt="2025-10-03T09:54:30.607" v="86"/>
        <pc:sldMkLst>
          <pc:docMk/>
          <pc:sldMk cId="3927282808" sldId="259"/>
        </pc:sldMkLst>
        <pc:spChg chg="mod">
          <ac:chgData name="Mehmet GOK [ATEKMIDAS]" userId="S::mehmet.gok@atekmidas.com::7feb05d9-d34f-43dc-bf8b-cf41f93a39a1" providerId="AD" clId="Web-{2A564BFD-E2E0-D2ED-440E-493B8E27CAFB}" dt="2025-10-03T09:48:56.478" v="82" actId="1076"/>
          <ac:spMkLst>
            <pc:docMk/>
            <pc:sldMk cId="3927282808" sldId="259"/>
            <ac:spMk id="2" creationId="{2379490A-06D0-50F6-C0FF-7DE6D68CFD19}"/>
          </ac:spMkLst>
        </pc:spChg>
        <pc:spChg chg="del">
          <ac:chgData name="Mehmet GOK [ATEKMIDAS]" userId="S::mehmet.gok@atekmidas.com::7feb05d9-d34f-43dc-bf8b-cf41f93a39a1" providerId="AD" clId="Web-{2A564BFD-E2E0-D2ED-440E-493B8E27CAFB}" dt="2025-10-03T09:48:58.322" v="83"/>
          <ac:spMkLst>
            <pc:docMk/>
            <pc:sldMk cId="3927282808" sldId="259"/>
            <ac:spMk id="3" creationId="{6E107D72-D204-7389-78BD-A835ED674CB4}"/>
          </ac:spMkLst>
        </pc:spChg>
        <pc:picChg chg="add mod">
          <ac:chgData name="Mehmet GOK [ATEKMIDAS]" userId="S::mehmet.gok@atekmidas.com::7feb05d9-d34f-43dc-bf8b-cf41f93a39a1" providerId="AD" clId="Web-{2A564BFD-E2E0-D2ED-440E-493B8E27CAFB}" dt="2025-10-03T09:54:30.607" v="86"/>
          <ac:picMkLst>
            <pc:docMk/>
            <pc:sldMk cId="3927282808" sldId="259"/>
            <ac:picMk id="4" creationId="{9CF24599-BCA2-5B3D-A959-02615EBEB5D7}"/>
          </ac:picMkLst>
        </pc:picChg>
      </pc:sldChg>
      <pc:sldChg chg="addSp delSp modSp new">
        <pc:chgData name="Mehmet GOK [ATEKMIDAS]" userId="S::mehmet.gok@atekmidas.com::7feb05d9-d34f-43dc-bf8b-cf41f93a39a1" providerId="AD" clId="Web-{2A564BFD-E2E0-D2ED-440E-493B8E27CAFB}" dt="2025-10-03T09:57:25.451" v="107" actId="14100"/>
        <pc:sldMkLst>
          <pc:docMk/>
          <pc:sldMk cId="1216390420" sldId="260"/>
        </pc:sldMkLst>
        <pc:spChg chg="mod">
          <ac:chgData name="Mehmet GOK [ATEKMIDAS]" userId="S::mehmet.gok@atekmidas.com::7feb05d9-d34f-43dc-bf8b-cf41f93a39a1" providerId="AD" clId="Web-{2A564BFD-E2E0-D2ED-440E-493B8E27CAFB}" dt="2025-10-03T09:56:14.976" v="100" actId="1076"/>
          <ac:spMkLst>
            <pc:docMk/>
            <pc:sldMk cId="1216390420" sldId="260"/>
            <ac:spMk id="2" creationId="{406172BD-1D1A-F611-A513-5C07E631D6F7}"/>
          </ac:spMkLst>
        </pc:spChg>
        <pc:spChg chg="del">
          <ac:chgData name="Mehmet GOK [ATEKMIDAS]" userId="S::mehmet.gok@atekmidas.com::7feb05d9-d34f-43dc-bf8b-cf41f93a39a1" providerId="AD" clId="Web-{2A564BFD-E2E0-D2ED-440E-493B8E27CAFB}" dt="2025-10-03T09:56:16.882" v="101"/>
          <ac:spMkLst>
            <pc:docMk/>
            <pc:sldMk cId="1216390420" sldId="260"/>
            <ac:spMk id="3" creationId="{9C3C1605-8127-35D6-CE03-86BA4AAD88A8}"/>
          </ac:spMkLst>
        </pc:spChg>
        <pc:spChg chg="add del mod">
          <ac:chgData name="Mehmet GOK [ATEKMIDAS]" userId="S::mehmet.gok@atekmidas.com::7feb05d9-d34f-43dc-bf8b-cf41f93a39a1" providerId="AD" clId="Web-{2A564BFD-E2E0-D2ED-440E-493B8E27CAFB}" dt="2025-10-03T09:57:19.857" v="104"/>
          <ac:spMkLst>
            <pc:docMk/>
            <pc:sldMk cId="1216390420" sldId="260"/>
            <ac:spMk id="4" creationId="{EC6867DA-9DD7-3125-4D48-25B3F45AEBD9}"/>
          </ac:spMkLst>
        </pc:spChg>
        <pc:picChg chg="add mod">
          <ac:chgData name="Mehmet GOK [ATEKMIDAS]" userId="S::mehmet.gok@atekmidas.com::7feb05d9-d34f-43dc-bf8b-cf41f93a39a1" providerId="AD" clId="Web-{2A564BFD-E2E0-D2ED-440E-493B8E27CAFB}" dt="2025-10-03T09:57:25.451" v="107" actId="14100"/>
          <ac:picMkLst>
            <pc:docMk/>
            <pc:sldMk cId="1216390420" sldId="260"/>
            <ac:picMk id="5" creationId="{A1EA1B16-3EAD-349A-E3A1-6C5E1CD3730A}"/>
          </ac:picMkLst>
        </pc:picChg>
      </pc:sldChg>
      <pc:sldChg chg="delSp modSp new del">
        <pc:chgData name="Mehmet GOK [ATEKMIDAS]" userId="S::mehmet.gok@atekmidas.com::7feb05d9-d34f-43dc-bf8b-cf41f93a39a1" providerId="AD" clId="Web-{2A564BFD-E2E0-D2ED-440E-493B8E27CAFB}" dt="2025-10-03T09:56:00.131" v="94"/>
        <pc:sldMkLst>
          <pc:docMk/>
          <pc:sldMk cId="2698977655" sldId="260"/>
        </pc:sldMkLst>
        <pc:spChg chg="mod">
          <ac:chgData name="Mehmet GOK [ATEKMIDAS]" userId="S::mehmet.gok@atekmidas.com::7feb05d9-d34f-43dc-bf8b-cf41f93a39a1" providerId="AD" clId="Web-{2A564BFD-E2E0-D2ED-440E-493B8E27CAFB}" dt="2025-10-03T09:54:39.779" v="91" actId="1076"/>
          <ac:spMkLst>
            <pc:docMk/>
            <pc:sldMk cId="2698977655" sldId="260"/>
            <ac:spMk id="2" creationId="{C10F1016-A353-B8F0-D00C-BF68E2599D66}"/>
          </ac:spMkLst>
        </pc:spChg>
        <pc:spChg chg="del">
          <ac:chgData name="Mehmet GOK [ATEKMIDAS]" userId="S::mehmet.gok@atekmidas.com::7feb05d9-d34f-43dc-bf8b-cf41f93a39a1" providerId="AD" clId="Web-{2A564BFD-E2E0-D2ED-440E-493B8E27CAFB}" dt="2025-10-03T09:54:41.435" v="92"/>
          <ac:spMkLst>
            <pc:docMk/>
            <pc:sldMk cId="2698977655" sldId="260"/>
            <ac:spMk id="3" creationId="{73C8A960-B043-3076-95DB-3E13F0C9FA17}"/>
          </ac:spMkLst>
        </pc:spChg>
      </pc:sldChg>
      <pc:sldChg chg="addSp delSp modSp new">
        <pc:chgData name="Mehmet GOK [ATEKMIDAS]" userId="S::mehmet.gok@atekmidas.com::7feb05d9-d34f-43dc-bf8b-cf41f93a39a1" providerId="AD" clId="Web-{2A564BFD-E2E0-D2ED-440E-493B8E27CAFB}" dt="2025-10-03T09:59:15.177" v="140"/>
        <pc:sldMkLst>
          <pc:docMk/>
          <pc:sldMk cId="1758080893" sldId="261"/>
        </pc:sldMkLst>
        <pc:spChg chg="del mod">
          <ac:chgData name="Mehmet GOK [ATEKMIDAS]" userId="S::mehmet.gok@atekmidas.com::7feb05d9-d34f-43dc-bf8b-cf41f93a39a1" providerId="AD" clId="Web-{2A564BFD-E2E0-D2ED-440E-493B8E27CAFB}" dt="2025-10-03T09:59:09.254" v="138"/>
          <ac:spMkLst>
            <pc:docMk/>
            <pc:sldMk cId="1758080893" sldId="261"/>
            <ac:spMk id="2" creationId="{56B8B13C-6EEA-60F5-2AB3-7713343ED49F}"/>
          </ac:spMkLst>
        </pc:spChg>
        <pc:spChg chg="del">
          <ac:chgData name="Mehmet GOK [ATEKMIDAS]" userId="S::mehmet.gok@atekmidas.com::7feb05d9-d34f-43dc-bf8b-cf41f93a39a1" providerId="AD" clId="Web-{2A564BFD-E2E0-D2ED-440E-493B8E27CAFB}" dt="2025-10-03T09:58:53.753" v="134"/>
          <ac:spMkLst>
            <pc:docMk/>
            <pc:sldMk cId="1758080893" sldId="261"/>
            <ac:spMk id="3" creationId="{10132877-B7EA-912F-4E0F-12E3BA11B5F4}"/>
          </ac:spMkLst>
        </pc:spChg>
        <pc:spChg chg="add del mod">
          <ac:chgData name="Mehmet GOK [ATEKMIDAS]" userId="S::mehmet.gok@atekmidas.com::7feb05d9-d34f-43dc-bf8b-cf41f93a39a1" providerId="AD" clId="Web-{2A564BFD-E2E0-D2ED-440E-493B8E27CAFB}" dt="2025-10-03T09:59:14.927" v="139"/>
          <ac:spMkLst>
            <pc:docMk/>
            <pc:sldMk cId="1758080893" sldId="261"/>
            <ac:spMk id="7" creationId="{27964732-47A8-5726-C71F-9AEC77A94777}"/>
          </ac:spMkLst>
        </pc:spChg>
        <pc:spChg chg="add mod">
          <ac:chgData name="Mehmet GOK [ATEKMIDAS]" userId="S::mehmet.gok@atekmidas.com::7feb05d9-d34f-43dc-bf8b-cf41f93a39a1" providerId="AD" clId="Web-{2A564BFD-E2E0-D2ED-440E-493B8E27CAFB}" dt="2025-10-03T09:59:15.177" v="140"/>
          <ac:spMkLst>
            <pc:docMk/>
            <pc:sldMk cId="1758080893" sldId="261"/>
            <ac:spMk id="9" creationId="{89E772C7-0934-209C-5E2F-C3CF8532C1F6}"/>
          </ac:spMkLst>
        </pc:spChg>
        <pc:picChg chg="add">
          <ac:chgData name="Mehmet GOK [ATEKMIDAS]" userId="S::mehmet.gok@atekmidas.com::7feb05d9-d34f-43dc-bf8b-cf41f93a39a1" providerId="AD" clId="Web-{2A564BFD-E2E0-D2ED-440E-493B8E27CAFB}" dt="2025-10-03T09:58:51.081" v="133"/>
          <ac:picMkLst>
            <pc:docMk/>
            <pc:sldMk cId="1758080893" sldId="261"/>
            <ac:picMk id="5" creationId="{0CD09D79-C858-954D-3AAB-CC686FF7DE26}"/>
          </ac:picMkLst>
        </pc:picChg>
      </pc:sldChg>
      <pc:sldChg chg="modSp new">
        <pc:chgData name="Mehmet GOK [ATEKMIDAS]" userId="S::mehmet.gok@atekmidas.com::7feb05d9-d34f-43dc-bf8b-cf41f93a39a1" providerId="AD" clId="Web-{2A564BFD-E2E0-D2ED-440E-493B8E27CAFB}" dt="2025-10-03T10:03:26.873" v="234" actId="20577"/>
        <pc:sldMkLst>
          <pc:docMk/>
          <pc:sldMk cId="3805168737" sldId="262"/>
        </pc:sldMkLst>
        <pc:spChg chg="mod">
          <ac:chgData name="Mehmet GOK [ATEKMIDAS]" userId="S::mehmet.gok@atekmidas.com::7feb05d9-d34f-43dc-bf8b-cf41f93a39a1" providerId="AD" clId="Web-{2A564BFD-E2E0-D2ED-440E-493B8E27CAFB}" dt="2025-10-03T10:02:49.888" v="192" actId="20577"/>
          <ac:spMkLst>
            <pc:docMk/>
            <pc:sldMk cId="3805168737" sldId="262"/>
            <ac:spMk id="2" creationId="{296DE1A2-F090-E4ED-FC07-1AEB33E73133}"/>
          </ac:spMkLst>
        </pc:spChg>
        <pc:spChg chg="mod">
          <ac:chgData name="Mehmet GOK [ATEKMIDAS]" userId="S::mehmet.gok@atekmidas.com::7feb05d9-d34f-43dc-bf8b-cf41f93a39a1" providerId="AD" clId="Web-{2A564BFD-E2E0-D2ED-440E-493B8E27CAFB}" dt="2025-10-03T10:03:26.873" v="234" actId="20577"/>
          <ac:spMkLst>
            <pc:docMk/>
            <pc:sldMk cId="3805168737" sldId="262"/>
            <ac:spMk id="3" creationId="{B40120F2-B5AE-6EF7-1F7B-2BAC3DD73FEC}"/>
          </ac:spMkLst>
        </pc:spChg>
      </pc:sldChg>
      <pc:sldChg chg="modSp new">
        <pc:chgData name="Mehmet GOK [ATEKMIDAS]" userId="S::mehmet.gok@atekmidas.com::7feb05d9-d34f-43dc-bf8b-cf41f93a39a1" providerId="AD" clId="Web-{2A564BFD-E2E0-D2ED-440E-493B8E27CAFB}" dt="2025-10-03T10:05:46.783" v="374" actId="20577"/>
        <pc:sldMkLst>
          <pc:docMk/>
          <pc:sldMk cId="114379990" sldId="263"/>
        </pc:sldMkLst>
        <pc:spChg chg="mod">
          <ac:chgData name="Mehmet GOK [ATEKMIDAS]" userId="S::mehmet.gok@atekmidas.com::7feb05d9-d34f-43dc-bf8b-cf41f93a39a1" providerId="AD" clId="Web-{2A564BFD-E2E0-D2ED-440E-493B8E27CAFB}" dt="2025-10-03T10:03:34.342" v="237" actId="14100"/>
          <ac:spMkLst>
            <pc:docMk/>
            <pc:sldMk cId="114379990" sldId="263"/>
            <ac:spMk id="2" creationId="{08C724B3-5B45-B9C3-D211-1A767CE5E47C}"/>
          </ac:spMkLst>
        </pc:spChg>
        <pc:spChg chg="mod">
          <ac:chgData name="Mehmet GOK [ATEKMIDAS]" userId="S::mehmet.gok@atekmidas.com::7feb05d9-d34f-43dc-bf8b-cf41f93a39a1" providerId="AD" clId="Web-{2A564BFD-E2E0-D2ED-440E-493B8E27CAFB}" dt="2025-10-03T10:05:46.783" v="374" actId="20577"/>
          <ac:spMkLst>
            <pc:docMk/>
            <pc:sldMk cId="114379990" sldId="263"/>
            <ac:spMk id="3" creationId="{618C439E-798B-5B09-A21C-9AEA83E494B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Fuzzy BMS with PV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82300-380B-0525-3C1D-56AB9A75C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523"/>
            <a:ext cx="10515600" cy="912431"/>
          </a:xfrm>
        </p:spPr>
        <p:txBody>
          <a:bodyPr/>
          <a:lstStyle/>
          <a:p>
            <a:r>
              <a:rPr lang="en-US" dirty="0"/>
              <a:t>PV Model: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330F9B-F430-A5A8-9851-92F374BAB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433" y="0"/>
            <a:ext cx="572836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DAB50D-91F6-933E-F408-69FD64F82E9C}"/>
              </a:ext>
            </a:extLst>
          </p:cNvPr>
          <p:cNvSpPr txBox="1"/>
          <p:nvPr/>
        </p:nvSpPr>
        <p:spPr>
          <a:xfrm>
            <a:off x="862263" y="1333499"/>
            <a:ext cx="47023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Same parameters with </a:t>
            </a:r>
            <a:r>
              <a:rPr lang="en-US" dirty="0" err="1"/>
              <a:t>matlab</a:t>
            </a:r>
            <a:r>
              <a:rPr lang="en-US" dirty="0"/>
              <a:t> and manufacturer </a:t>
            </a:r>
            <a:r>
              <a:rPr lang="en-US" dirty="0" err="1"/>
              <a:t>informations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6854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172BD-1D1A-F611-A513-5C07E631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523"/>
            <a:ext cx="10515600" cy="618648"/>
          </a:xfrm>
        </p:spPr>
        <p:txBody>
          <a:bodyPr>
            <a:normAutofit fontScale="90000"/>
          </a:bodyPr>
          <a:lstStyle/>
          <a:p>
            <a:r>
              <a:rPr lang="en-US" dirty="0"/>
              <a:t>I-V curve</a:t>
            </a:r>
          </a:p>
        </p:txBody>
      </p:sp>
      <p:pic>
        <p:nvPicPr>
          <p:cNvPr id="5" name="Picture 4" descr="A graph with a green line&#10;&#10;AI-generated content may be incorrect.">
            <a:extLst>
              <a:ext uri="{FF2B5EF4-FFF2-40B4-BE49-F238E27FC236}">
                <a16:creationId xmlns:a16="http://schemas.microsoft.com/office/drawing/2014/main" id="{A1EA1B16-3EAD-349A-E3A1-6C5E1CD37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11" y="829610"/>
            <a:ext cx="11962482" cy="509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390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electrical wiring&#10;&#10;AI-generated content may be incorrect.">
            <a:extLst>
              <a:ext uri="{FF2B5EF4-FFF2-40B4-BE49-F238E27FC236}">
                <a16:creationId xmlns:a16="http://schemas.microsoft.com/office/drawing/2014/main" id="{0CD09D79-C858-954D-3AAB-CC686FF7D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92" y="1333077"/>
            <a:ext cx="11586073" cy="419184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9E772C7-0934-209C-5E2F-C3CF8532C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371"/>
          </a:xfrm>
        </p:spPr>
        <p:txBody>
          <a:bodyPr>
            <a:normAutofit fontScale="90000"/>
          </a:bodyPr>
          <a:lstStyle/>
          <a:p>
            <a:r>
              <a:rPr lang="en-US" dirty="0"/>
              <a:t>Analog Loop Setup:</a:t>
            </a:r>
          </a:p>
        </p:txBody>
      </p:sp>
    </p:spTree>
    <p:extLst>
      <p:ext uri="{BB962C8B-B14F-4D97-AF65-F5344CB8AC3E}">
        <p14:creationId xmlns:p14="http://schemas.microsoft.com/office/powerpoint/2010/main" val="1758080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05F75-F420-E178-947E-843117A3E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371"/>
          </a:xfrm>
        </p:spPr>
        <p:txBody>
          <a:bodyPr>
            <a:normAutofit fontScale="90000"/>
          </a:bodyPr>
          <a:lstStyle/>
          <a:p>
            <a:r>
              <a:rPr lang="en-US" dirty="0"/>
              <a:t>Analog Loop Setup:</a:t>
            </a:r>
          </a:p>
        </p:txBody>
      </p:sp>
      <p:pic>
        <p:nvPicPr>
          <p:cNvPr id="4" name="Picture 3" descr="A diagram of electrical wiring&#10;&#10;AI-generated content may be incorrect.">
            <a:extLst>
              <a:ext uri="{FF2B5EF4-FFF2-40B4-BE49-F238E27FC236}">
                <a16:creationId xmlns:a16="http://schemas.microsoft.com/office/drawing/2014/main" id="{6420BA4F-A982-2BAD-20FF-533C543B6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92" y="1333077"/>
            <a:ext cx="11586073" cy="41918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85B6216-4ED9-EBE2-0E1E-944D56D08D51}"/>
              </a:ext>
            </a:extLst>
          </p:cNvPr>
          <p:cNvSpPr/>
          <p:nvPr/>
        </p:nvSpPr>
        <p:spPr>
          <a:xfrm>
            <a:off x="10624391" y="3495560"/>
            <a:ext cx="803434" cy="17148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12207F-3752-D224-267C-8F100CADB0F0}"/>
              </a:ext>
            </a:extLst>
          </p:cNvPr>
          <p:cNvSpPr txBox="1"/>
          <p:nvPr/>
        </p:nvSpPr>
        <p:spPr>
          <a:xfrm>
            <a:off x="10467473" y="5624763"/>
            <a:ext cx="12031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Battery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F697B8-048C-BE12-4814-1737B7A84DC0}"/>
              </a:ext>
            </a:extLst>
          </p:cNvPr>
          <p:cNvSpPr/>
          <p:nvPr/>
        </p:nvSpPr>
        <p:spPr>
          <a:xfrm>
            <a:off x="8861692" y="2852908"/>
            <a:ext cx="1602156" cy="118238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58659690-BC5F-946B-E7EE-D81C6A50D43F}"/>
              </a:ext>
            </a:extLst>
          </p:cNvPr>
          <p:cNvSpPr/>
          <p:nvPr/>
        </p:nvSpPr>
        <p:spPr>
          <a:xfrm>
            <a:off x="10236868" y="832183"/>
            <a:ext cx="140368" cy="1814763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F2AEE7-1282-B056-2EBB-D1453CEE6D0D}"/>
              </a:ext>
            </a:extLst>
          </p:cNvPr>
          <p:cNvSpPr txBox="1"/>
          <p:nvPr/>
        </p:nvSpPr>
        <p:spPr>
          <a:xfrm>
            <a:off x="9889088" y="465197"/>
            <a:ext cx="168973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Current Sense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31DF92-21DC-1F10-C7FB-67C7326E7471}"/>
              </a:ext>
            </a:extLst>
          </p:cNvPr>
          <p:cNvSpPr/>
          <p:nvPr/>
        </p:nvSpPr>
        <p:spPr>
          <a:xfrm>
            <a:off x="5464824" y="1328908"/>
            <a:ext cx="3392396" cy="1439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A8027E7C-A1F2-226C-FDF8-E61A15327224}"/>
              </a:ext>
            </a:extLst>
          </p:cNvPr>
          <p:cNvSpPr/>
          <p:nvPr/>
        </p:nvSpPr>
        <p:spPr>
          <a:xfrm rot="10800000">
            <a:off x="11026410" y="4917604"/>
            <a:ext cx="94465" cy="713077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CE713F86-8CDB-D75F-C187-2A0037B9DE6C}"/>
              </a:ext>
            </a:extLst>
          </p:cNvPr>
          <p:cNvSpPr/>
          <p:nvPr/>
        </p:nvSpPr>
        <p:spPr>
          <a:xfrm>
            <a:off x="8106941" y="694471"/>
            <a:ext cx="140368" cy="814065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D9AA34-3D5B-DB3F-E329-61AE3F272EBF}"/>
              </a:ext>
            </a:extLst>
          </p:cNvPr>
          <p:cNvSpPr txBox="1"/>
          <p:nvPr/>
        </p:nvSpPr>
        <p:spPr>
          <a:xfrm>
            <a:off x="7157292" y="32683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Error Amp</a:t>
            </a:r>
          </a:p>
        </p:txBody>
      </p:sp>
    </p:spTree>
    <p:extLst>
      <p:ext uri="{BB962C8B-B14F-4D97-AF65-F5344CB8AC3E}">
        <p14:creationId xmlns:p14="http://schemas.microsoft.com/office/powerpoint/2010/main" val="2853408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9490A-06D0-50F6-C0FF-7DE6D68CF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42"/>
            <a:ext cx="10515600" cy="545202"/>
          </a:xfrm>
        </p:spPr>
        <p:txBody>
          <a:bodyPr>
            <a:normAutofit fontScale="90000"/>
          </a:bodyPr>
          <a:lstStyle/>
          <a:p>
            <a:r>
              <a:rPr lang="en-US" dirty="0"/>
              <a:t>Sim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F24599-BCA2-5B3D-A959-02615EBEB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0053"/>
            <a:ext cx="12192000" cy="527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282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DE1A2-F090-E4ED-FC07-1AEB33E73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4551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120F2-B5AE-6EF7-1F7B-2BAC3DD73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707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Convergent PV model is created.</a:t>
            </a:r>
          </a:p>
          <a:p>
            <a:r>
              <a:rPr lang="en-US" dirty="0"/>
              <a:t>Analog loop around buck converter with PV is verified.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168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724B3-5B45-B9C3-D211-1A767CE5E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3732"/>
          </a:xfrm>
        </p:spPr>
        <p:txBody>
          <a:bodyPr>
            <a:normAutofit fontScale="90000"/>
          </a:bodyPr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439E-798B-5B09-A21C-9AEA83E49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608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System </a:t>
            </a:r>
            <a:r>
              <a:rPr lang="en-US" dirty="0" err="1"/>
              <a:t>verilog</a:t>
            </a:r>
            <a:r>
              <a:rPr lang="en-US" dirty="0"/>
              <a:t> block for fuzzy should be built.</a:t>
            </a:r>
            <a:br>
              <a:rPr lang="en-US" dirty="0"/>
            </a:br>
            <a:endParaRPr lang="en-US" dirty="0"/>
          </a:p>
          <a:p>
            <a:r>
              <a:rPr lang="en-US"/>
              <a:t>Required Analog Blocks are listed</a:t>
            </a:r>
            <a:endParaRPr lang="en-US" dirty="0"/>
          </a:p>
          <a:p>
            <a:pPr lvl="1"/>
            <a:r>
              <a:rPr lang="en-US"/>
              <a:t>ADC (8-10B low rate)</a:t>
            </a:r>
          </a:p>
          <a:p>
            <a:pPr lvl="1"/>
            <a:r>
              <a:rPr lang="en-US"/>
              <a:t>Current Sense Unit</a:t>
            </a:r>
          </a:p>
          <a:p>
            <a:pPr lvl="1"/>
            <a:r>
              <a:rPr lang="en-US"/>
              <a:t>Gate Driver</a:t>
            </a:r>
          </a:p>
          <a:p>
            <a:pPr lvl="1"/>
            <a:r>
              <a:rPr lang="en-US" err="1"/>
              <a:t>AUXilary</a:t>
            </a:r>
            <a:r>
              <a:rPr lang="en-US"/>
              <a:t> block</a:t>
            </a:r>
          </a:p>
          <a:p>
            <a:pPr lvl="1"/>
            <a:endParaRPr lang="en-US" dirty="0"/>
          </a:p>
          <a:p>
            <a:r>
              <a:rPr lang="en-US" dirty="0"/>
              <a:t>New friends can optimize models while I proceed with system </a:t>
            </a:r>
            <a:r>
              <a:rPr lang="en-US" dirty="0" err="1"/>
              <a:t>verilog</a:t>
            </a:r>
            <a:r>
              <a:rPr lang="en-US" dirty="0"/>
              <a:t> and other block's spec creation.</a:t>
            </a:r>
          </a:p>
        </p:txBody>
      </p:sp>
    </p:spTree>
    <p:extLst>
      <p:ext uri="{BB962C8B-B14F-4D97-AF65-F5344CB8AC3E}">
        <p14:creationId xmlns:p14="http://schemas.microsoft.com/office/powerpoint/2010/main" val="114379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Fuzzy BMS with PV</vt:lpstr>
      <vt:lpstr>PV Model:</vt:lpstr>
      <vt:lpstr>I-V curve</vt:lpstr>
      <vt:lpstr>Analog Loop Setup:</vt:lpstr>
      <vt:lpstr>Analog Loop Setup:</vt:lpstr>
      <vt:lpstr>Sim</vt:lpstr>
      <vt:lpstr>Conclusions:</vt:lpstr>
      <vt:lpstr>Roadmap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85</cp:revision>
  <dcterms:created xsi:type="dcterms:W3CDTF">2025-10-03T09:43:25Z</dcterms:created>
  <dcterms:modified xsi:type="dcterms:W3CDTF">2025-10-03T10:05:56Z</dcterms:modified>
</cp:coreProperties>
</file>