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64DC1E-5DF1-63AE-3540-3E0D311D359C}" v="394" dt="2025-02-17T08:01:39.4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hmet gök" userId="S::mehmet.gok1@std.bogazici.edu.tr::15632cb4-26f1-469b-a776-86ac63c7653c" providerId="AD" clId="Web-{BA64DC1E-5DF1-63AE-3540-3E0D311D359C}"/>
    <pc:docChg chg="addSld modSld">
      <pc:chgData name="mehmet gök" userId="S::mehmet.gok1@std.bogazici.edu.tr::15632cb4-26f1-469b-a776-86ac63c7653c" providerId="AD" clId="Web-{BA64DC1E-5DF1-63AE-3540-3E0D311D359C}" dt="2025-02-17T08:01:39.463" v="233" actId="1076"/>
      <pc:docMkLst>
        <pc:docMk/>
      </pc:docMkLst>
      <pc:sldChg chg="delSp modSp">
        <pc:chgData name="mehmet gök" userId="S::mehmet.gok1@std.bogazici.edu.tr::15632cb4-26f1-469b-a776-86ac63c7653c" providerId="AD" clId="Web-{BA64DC1E-5DF1-63AE-3540-3E0D311D359C}" dt="2025-02-17T07:48:06.852" v="18"/>
        <pc:sldMkLst>
          <pc:docMk/>
          <pc:sldMk cId="109857222" sldId="256"/>
        </pc:sldMkLst>
        <pc:spChg chg="mod">
          <ac:chgData name="mehmet gök" userId="S::mehmet.gok1@std.bogazici.edu.tr::15632cb4-26f1-469b-a776-86ac63c7653c" providerId="AD" clId="Web-{BA64DC1E-5DF1-63AE-3540-3E0D311D359C}" dt="2025-02-17T07:48:05.024" v="17" actId="20577"/>
          <ac:spMkLst>
            <pc:docMk/>
            <pc:sldMk cId="109857222" sldId="256"/>
            <ac:spMk id="2" creationId="{00000000-0000-0000-0000-000000000000}"/>
          </ac:spMkLst>
        </pc:spChg>
        <pc:spChg chg="del">
          <ac:chgData name="mehmet gök" userId="S::mehmet.gok1@std.bogazici.edu.tr::15632cb4-26f1-469b-a776-86ac63c7653c" providerId="AD" clId="Web-{BA64DC1E-5DF1-63AE-3540-3E0D311D359C}" dt="2025-02-17T07:48:06.852" v="18"/>
          <ac:spMkLst>
            <pc:docMk/>
            <pc:sldMk cId="109857222" sldId="256"/>
            <ac:spMk id="3" creationId="{00000000-0000-0000-0000-000000000000}"/>
          </ac:spMkLst>
        </pc:spChg>
      </pc:sldChg>
      <pc:sldChg chg="addSp delSp modSp new">
        <pc:chgData name="mehmet gök" userId="S::mehmet.gok1@std.bogazici.edu.tr::15632cb4-26f1-469b-a776-86ac63c7653c" providerId="AD" clId="Web-{BA64DC1E-5DF1-63AE-3540-3E0D311D359C}" dt="2025-02-17T07:55:54.355" v="25" actId="1076"/>
        <pc:sldMkLst>
          <pc:docMk/>
          <pc:sldMk cId="516492567" sldId="257"/>
        </pc:sldMkLst>
        <pc:spChg chg="mod">
          <ac:chgData name="mehmet gök" userId="S::mehmet.gok1@std.bogazici.edu.tr::15632cb4-26f1-469b-a776-86ac63c7653c" providerId="AD" clId="Web-{BA64DC1E-5DF1-63AE-3540-3E0D311D359C}" dt="2025-02-17T07:48:14.337" v="22" actId="14100"/>
          <ac:spMkLst>
            <pc:docMk/>
            <pc:sldMk cId="516492567" sldId="257"/>
            <ac:spMk id="2" creationId="{8829D41D-2E3A-EDAF-CD8F-17EA826700A7}"/>
          </ac:spMkLst>
        </pc:spChg>
        <pc:spChg chg="del">
          <ac:chgData name="mehmet gök" userId="S::mehmet.gok1@std.bogazici.edu.tr::15632cb4-26f1-469b-a776-86ac63c7653c" providerId="AD" clId="Web-{BA64DC1E-5DF1-63AE-3540-3E0D311D359C}" dt="2025-02-17T07:48:15.931" v="23"/>
          <ac:spMkLst>
            <pc:docMk/>
            <pc:sldMk cId="516492567" sldId="257"/>
            <ac:spMk id="3" creationId="{53902DBB-8D87-F222-E959-A4B5F522EC52}"/>
          </ac:spMkLst>
        </pc:spChg>
        <pc:picChg chg="add mod">
          <ac:chgData name="mehmet gök" userId="S::mehmet.gok1@std.bogazici.edu.tr::15632cb4-26f1-469b-a776-86ac63c7653c" providerId="AD" clId="Web-{BA64DC1E-5DF1-63AE-3540-3E0D311D359C}" dt="2025-02-17T07:55:54.355" v="25" actId="1076"/>
          <ac:picMkLst>
            <pc:docMk/>
            <pc:sldMk cId="516492567" sldId="257"/>
            <ac:picMk id="4" creationId="{66D337D4-A811-22EC-D748-3DEFD5560810}"/>
          </ac:picMkLst>
        </pc:picChg>
      </pc:sldChg>
      <pc:sldChg chg="addSp delSp modSp new">
        <pc:chgData name="mehmet gök" userId="S::mehmet.gok1@std.bogazici.edu.tr::15632cb4-26f1-469b-a776-86ac63c7653c" providerId="AD" clId="Web-{BA64DC1E-5DF1-63AE-3540-3E0D311D359C}" dt="2025-02-17T07:59:03.691" v="216" actId="1076"/>
        <pc:sldMkLst>
          <pc:docMk/>
          <pc:sldMk cId="3553902564" sldId="258"/>
        </pc:sldMkLst>
        <pc:spChg chg="mod">
          <ac:chgData name="mehmet gök" userId="S::mehmet.gok1@std.bogazici.edu.tr::15632cb4-26f1-469b-a776-86ac63c7653c" providerId="AD" clId="Web-{BA64DC1E-5DF1-63AE-3540-3E0D311D359C}" dt="2025-02-17T07:56:24.497" v="44" actId="14100"/>
          <ac:spMkLst>
            <pc:docMk/>
            <pc:sldMk cId="3553902564" sldId="258"/>
            <ac:spMk id="2" creationId="{710ADA48-5463-5A73-8E06-DE06DAB11245}"/>
          </ac:spMkLst>
        </pc:spChg>
        <pc:spChg chg="del">
          <ac:chgData name="mehmet gök" userId="S::mehmet.gok1@std.bogazici.edu.tr::15632cb4-26f1-469b-a776-86ac63c7653c" providerId="AD" clId="Web-{BA64DC1E-5DF1-63AE-3540-3E0D311D359C}" dt="2025-02-17T07:56:20.278" v="41"/>
          <ac:spMkLst>
            <pc:docMk/>
            <pc:sldMk cId="3553902564" sldId="258"/>
            <ac:spMk id="3" creationId="{92DF5578-0BEB-984E-0FD7-B9D408FEA07A}"/>
          </ac:spMkLst>
        </pc:spChg>
        <pc:spChg chg="add mod">
          <ac:chgData name="mehmet gök" userId="S::mehmet.gok1@std.bogazici.edu.tr::15632cb4-26f1-469b-a776-86ac63c7653c" providerId="AD" clId="Web-{BA64DC1E-5DF1-63AE-3540-3E0D311D359C}" dt="2025-02-17T07:59:03.691" v="216" actId="1076"/>
          <ac:spMkLst>
            <pc:docMk/>
            <pc:sldMk cId="3553902564" sldId="258"/>
            <ac:spMk id="5" creationId="{B47551EC-75DB-9712-BE0F-E2C3911A05A1}"/>
          </ac:spMkLst>
        </pc:spChg>
        <pc:spChg chg="add mod">
          <ac:chgData name="mehmet gök" userId="S::mehmet.gok1@std.bogazici.edu.tr::15632cb4-26f1-469b-a776-86ac63c7653c" providerId="AD" clId="Web-{BA64DC1E-5DF1-63AE-3540-3E0D311D359C}" dt="2025-02-17T07:58:40.940" v="208" actId="20577"/>
          <ac:spMkLst>
            <pc:docMk/>
            <pc:sldMk cId="3553902564" sldId="258"/>
            <ac:spMk id="7" creationId="{51295DA9-1E32-5ABE-1FEE-A4C194762924}"/>
          </ac:spMkLst>
        </pc:spChg>
        <pc:picChg chg="add mod">
          <ac:chgData name="mehmet gök" userId="S::mehmet.gok1@std.bogazici.edu.tr::15632cb4-26f1-469b-a776-86ac63c7653c" providerId="AD" clId="Web-{BA64DC1E-5DF1-63AE-3540-3E0D311D359C}" dt="2025-02-17T07:58:58.785" v="214" actId="14100"/>
          <ac:picMkLst>
            <pc:docMk/>
            <pc:sldMk cId="3553902564" sldId="258"/>
            <ac:picMk id="4" creationId="{E60FFD3D-190D-F8BC-E459-2ABC05C4E714}"/>
          </ac:picMkLst>
        </pc:picChg>
        <pc:picChg chg="add mod modCrop">
          <ac:chgData name="mehmet gök" userId="S::mehmet.gok1@std.bogazici.edu.tr::15632cb4-26f1-469b-a776-86ac63c7653c" providerId="AD" clId="Web-{BA64DC1E-5DF1-63AE-3540-3E0D311D359C}" dt="2025-02-17T07:59:00.707" v="215" actId="1076"/>
          <ac:picMkLst>
            <pc:docMk/>
            <pc:sldMk cId="3553902564" sldId="258"/>
            <ac:picMk id="6" creationId="{B618780D-4437-1889-6A4E-A4BD2C20E1E9}"/>
          </ac:picMkLst>
        </pc:picChg>
      </pc:sldChg>
      <pc:sldChg chg="addSp delSp modSp new">
        <pc:chgData name="mehmet gök" userId="S::mehmet.gok1@std.bogazici.edu.tr::15632cb4-26f1-469b-a776-86ac63c7653c" providerId="AD" clId="Web-{BA64DC1E-5DF1-63AE-3540-3E0D311D359C}" dt="2025-02-17T08:01:39.463" v="233" actId="1076"/>
        <pc:sldMkLst>
          <pc:docMk/>
          <pc:sldMk cId="2488631531" sldId="259"/>
        </pc:sldMkLst>
        <pc:spChg chg="mod">
          <ac:chgData name="mehmet gök" userId="S::mehmet.gok1@std.bogazici.edu.tr::15632cb4-26f1-469b-a776-86ac63c7653c" providerId="AD" clId="Web-{BA64DC1E-5DF1-63AE-3540-3E0D311D359C}" dt="2025-02-17T08:01:35.181" v="230" actId="1076"/>
          <ac:spMkLst>
            <pc:docMk/>
            <pc:sldMk cId="2488631531" sldId="259"/>
            <ac:spMk id="2" creationId="{6E5BE672-D1FD-3C4C-21A3-6F8FC01946C3}"/>
          </ac:spMkLst>
        </pc:spChg>
        <pc:spChg chg="del">
          <ac:chgData name="mehmet gök" userId="S::mehmet.gok1@std.bogazici.edu.tr::15632cb4-26f1-469b-a776-86ac63c7653c" providerId="AD" clId="Web-{BA64DC1E-5DF1-63AE-3540-3E0D311D359C}" dt="2025-02-17T07:59:15.161" v="224"/>
          <ac:spMkLst>
            <pc:docMk/>
            <pc:sldMk cId="2488631531" sldId="259"/>
            <ac:spMk id="3" creationId="{5745385E-5BC3-D161-C388-FBF25E0B51A8}"/>
          </ac:spMkLst>
        </pc:spChg>
        <pc:picChg chg="add mod">
          <ac:chgData name="mehmet gök" userId="S::mehmet.gok1@std.bogazici.edu.tr::15632cb4-26f1-469b-a776-86ac63c7653c" providerId="AD" clId="Web-{BA64DC1E-5DF1-63AE-3540-3E0D311D359C}" dt="2025-02-17T08:01:39.463" v="233" actId="1076"/>
          <ac:picMkLst>
            <pc:docMk/>
            <pc:sldMk cId="2488631531" sldId="259"/>
            <ac:picMk id="4" creationId="{C31A041A-A29C-BB05-9F34-3B9EFDA313B2}"/>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235075"/>
          </a:xfrm>
        </p:spPr>
        <p:txBody>
          <a:bodyPr/>
          <a:lstStyle/>
          <a:p>
            <a:r>
              <a:rPr lang="en-US" dirty="0"/>
              <a:t>Output Current &amp; Duty Cycle</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9D41D-2E3A-EDAF-CD8F-17EA826700A7}"/>
              </a:ext>
            </a:extLst>
          </p:cNvPr>
          <p:cNvSpPr>
            <a:spLocks noGrp="1"/>
          </p:cNvSpPr>
          <p:nvPr>
            <p:ph type="title"/>
          </p:nvPr>
        </p:nvSpPr>
        <p:spPr>
          <a:xfrm>
            <a:off x="838200" y="365125"/>
            <a:ext cx="10515600" cy="515938"/>
          </a:xfrm>
        </p:spPr>
        <p:txBody>
          <a:bodyPr>
            <a:normAutofit fontScale="90000"/>
          </a:bodyPr>
          <a:lstStyle/>
          <a:p>
            <a:r>
              <a:rPr lang="en-US" dirty="0"/>
              <a:t>Setup:</a:t>
            </a:r>
          </a:p>
        </p:txBody>
      </p:sp>
      <p:pic>
        <p:nvPicPr>
          <p:cNvPr id="4" name="Picture 3" descr="A diagram of a machine&#10;&#10;AI-generated content may be incorrect.">
            <a:extLst>
              <a:ext uri="{FF2B5EF4-FFF2-40B4-BE49-F238E27FC236}">
                <a16:creationId xmlns:a16="http://schemas.microsoft.com/office/drawing/2014/main" id="{66D337D4-A811-22EC-D748-3DEFD5560810}"/>
              </a:ext>
            </a:extLst>
          </p:cNvPr>
          <p:cNvPicPr>
            <a:picLocks noChangeAspect="1"/>
          </p:cNvPicPr>
          <p:nvPr/>
        </p:nvPicPr>
        <p:blipFill>
          <a:blip r:embed="rId2"/>
          <a:stretch>
            <a:fillRect/>
          </a:stretch>
        </p:blipFill>
        <p:spPr>
          <a:xfrm>
            <a:off x="0" y="1381584"/>
            <a:ext cx="12192000" cy="4494882"/>
          </a:xfrm>
          <a:prstGeom prst="rect">
            <a:avLst/>
          </a:prstGeom>
        </p:spPr>
      </p:pic>
    </p:spTree>
    <p:extLst>
      <p:ext uri="{BB962C8B-B14F-4D97-AF65-F5344CB8AC3E}">
        <p14:creationId xmlns:p14="http://schemas.microsoft.com/office/powerpoint/2010/main" val="516492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ADA48-5463-5A73-8E06-DE06DAB11245}"/>
              </a:ext>
            </a:extLst>
          </p:cNvPr>
          <p:cNvSpPr>
            <a:spLocks noGrp="1"/>
          </p:cNvSpPr>
          <p:nvPr>
            <p:ph type="title"/>
          </p:nvPr>
        </p:nvSpPr>
        <p:spPr>
          <a:xfrm>
            <a:off x="523875" y="3175"/>
            <a:ext cx="10515600" cy="763588"/>
          </a:xfrm>
        </p:spPr>
        <p:txBody>
          <a:bodyPr/>
          <a:lstStyle/>
          <a:p>
            <a:r>
              <a:rPr lang="en-US" dirty="0"/>
              <a:t>Duty Cycle:</a:t>
            </a:r>
          </a:p>
        </p:txBody>
      </p:sp>
      <p:pic>
        <p:nvPicPr>
          <p:cNvPr id="4" name="Picture 3" descr="A screenshot of a computer&#10;&#10;AI-generated content may be incorrect.">
            <a:extLst>
              <a:ext uri="{FF2B5EF4-FFF2-40B4-BE49-F238E27FC236}">
                <a16:creationId xmlns:a16="http://schemas.microsoft.com/office/drawing/2014/main" id="{E60FFD3D-190D-F8BC-E459-2ABC05C4E714}"/>
              </a:ext>
            </a:extLst>
          </p:cNvPr>
          <p:cNvPicPr>
            <a:picLocks noChangeAspect="1"/>
          </p:cNvPicPr>
          <p:nvPr/>
        </p:nvPicPr>
        <p:blipFill>
          <a:blip r:embed="rId2"/>
          <a:stretch>
            <a:fillRect/>
          </a:stretch>
        </p:blipFill>
        <p:spPr>
          <a:xfrm>
            <a:off x="519113" y="666750"/>
            <a:ext cx="5257800" cy="3086100"/>
          </a:xfrm>
          <a:prstGeom prst="rect">
            <a:avLst/>
          </a:prstGeom>
        </p:spPr>
      </p:pic>
      <p:sp>
        <p:nvSpPr>
          <p:cNvPr id="5" name="TextBox 4">
            <a:extLst>
              <a:ext uri="{FF2B5EF4-FFF2-40B4-BE49-F238E27FC236}">
                <a16:creationId xmlns:a16="http://schemas.microsoft.com/office/drawing/2014/main" id="{B47551EC-75DB-9712-BE0F-E2C3911A05A1}"/>
              </a:ext>
            </a:extLst>
          </p:cNvPr>
          <p:cNvSpPr txBox="1"/>
          <p:nvPr/>
        </p:nvSpPr>
        <p:spPr>
          <a:xfrm>
            <a:off x="6091917" y="665389"/>
            <a:ext cx="58020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Below 0.15 duty cycle it gives error and displays show </a:t>
            </a:r>
            <a:r>
              <a:rPr lang="en-US" dirty="0" err="1"/>
              <a:t>NaN</a:t>
            </a:r>
            <a:r>
              <a:rPr lang="en-US" dirty="0"/>
              <a:t> outputs.</a:t>
            </a:r>
          </a:p>
        </p:txBody>
      </p:sp>
      <p:pic>
        <p:nvPicPr>
          <p:cNvPr id="6" name="Picture 5" descr="A screenshot of a computer&#10;&#10;AI-generated content may be incorrect.">
            <a:extLst>
              <a:ext uri="{FF2B5EF4-FFF2-40B4-BE49-F238E27FC236}">
                <a16:creationId xmlns:a16="http://schemas.microsoft.com/office/drawing/2014/main" id="{B618780D-4437-1889-6A4E-A4BD2C20E1E9}"/>
              </a:ext>
            </a:extLst>
          </p:cNvPr>
          <p:cNvPicPr>
            <a:picLocks noChangeAspect="1"/>
          </p:cNvPicPr>
          <p:nvPr/>
        </p:nvPicPr>
        <p:blipFill>
          <a:blip r:embed="rId3"/>
          <a:srcRect l="76" r="4257"/>
          <a:stretch/>
        </p:blipFill>
        <p:spPr>
          <a:xfrm>
            <a:off x="523280" y="3752850"/>
            <a:ext cx="5257803" cy="3086100"/>
          </a:xfrm>
          <a:prstGeom prst="rect">
            <a:avLst/>
          </a:prstGeom>
        </p:spPr>
      </p:pic>
      <p:sp>
        <p:nvSpPr>
          <p:cNvPr id="7" name="TextBox 6">
            <a:extLst>
              <a:ext uri="{FF2B5EF4-FFF2-40B4-BE49-F238E27FC236}">
                <a16:creationId xmlns:a16="http://schemas.microsoft.com/office/drawing/2014/main" id="{51295DA9-1E32-5ABE-1FEE-A4C194762924}"/>
              </a:ext>
            </a:extLst>
          </p:cNvPr>
          <p:cNvSpPr txBox="1"/>
          <p:nvPr/>
        </p:nvSpPr>
        <p:spPr>
          <a:xfrm>
            <a:off x="6091917" y="3846738"/>
            <a:ext cx="580208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Above case probably related to model of PV, because output voltage fixed at 3.8 whenever we decrease duty cycle input voltage try to increase but model is defined for some range.</a:t>
            </a:r>
          </a:p>
        </p:txBody>
      </p:sp>
    </p:spTree>
    <p:extLst>
      <p:ext uri="{BB962C8B-B14F-4D97-AF65-F5344CB8AC3E}">
        <p14:creationId xmlns:p14="http://schemas.microsoft.com/office/powerpoint/2010/main" val="3553902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BE672-D1FD-3C4C-21A3-6F8FC01946C3}"/>
              </a:ext>
            </a:extLst>
          </p:cNvPr>
          <p:cNvSpPr>
            <a:spLocks noGrp="1"/>
          </p:cNvSpPr>
          <p:nvPr>
            <p:ph type="title"/>
          </p:nvPr>
        </p:nvSpPr>
        <p:spPr>
          <a:xfrm>
            <a:off x="219075" y="3175"/>
            <a:ext cx="10515600" cy="458788"/>
          </a:xfrm>
        </p:spPr>
        <p:txBody>
          <a:bodyPr>
            <a:normAutofit fontScale="90000"/>
          </a:bodyPr>
          <a:lstStyle/>
          <a:p>
            <a:r>
              <a:rPr lang="en-US" dirty="0"/>
              <a:t>Simulation Output:</a:t>
            </a:r>
          </a:p>
        </p:txBody>
      </p:sp>
      <p:pic>
        <p:nvPicPr>
          <p:cNvPr id="4" name="Picture 3" descr="A screenshot of a computer&#10;&#10;AI-generated content may be incorrect.">
            <a:extLst>
              <a:ext uri="{FF2B5EF4-FFF2-40B4-BE49-F238E27FC236}">
                <a16:creationId xmlns:a16="http://schemas.microsoft.com/office/drawing/2014/main" id="{C31A041A-A29C-BB05-9F34-3B9EFDA313B2}"/>
              </a:ext>
            </a:extLst>
          </p:cNvPr>
          <p:cNvPicPr>
            <a:picLocks noChangeAspect="1"/>
          </p:cNvPicPr>
          <p:nvPr/>
        </p:nvPicPr>
        <p:blipFill>
          <a:blip r:embed="rId2"/>
          <a:stretch>
            <a:fillRect/>
          </a:stretch>
        </p:blipFill>
        <p:spPr>
          <a:xfrm>
            <a:off x="114300" y="465672"/>
            <a:ext cx="11972925" cy="5907606"/>
          </a:xfrm>
          <a:prstGeom prst="rect">
            <a:avLst/>
          </a:prstGeom>
        </p:spPr>
      </p:pic>
    </p:spTree>
    <p:extLst>
      <p:ext uri="{BB962C8B-B14F-4D97-AF65-F5344CB8AC3E}">
        <p14:creationId xmlns:p14="http://schemas.microsoft.com/office/powerpoint/2010/main" val="2488631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Output Current &amp; Duty Cycle</vt:lpstr>
      <vt:lpstr>Setup:</vt:lpstr>
      <vt:lpstr>Duty Cycle:</vt:lpstr>
      <vt:lpstr>Simulation Output: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35</cp:revision>
  <dcterms:created xsi:type="dcterms:W3CDTF">2025-02-17T07:46:45Z</dcterms:created>
  <dcterms:modified xsi:type="dcterms:W3CDTF">2025-02-17T08:01:43Z</dcterms:modified>
</cp:coreProperties>
</file>