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05A4F0-EB82-0430-A5AA-BB8F242172DF}" v="1008" dt="2025-04-22T22:33:51.0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hmet gök" userId="S::mehmet.gok1@std.bogazici.edu.tr::15632cb4-26f1-469b-a776-86ac63c7653c" providerId="AD" clId="Web-{BA64DC1E-5DF1-63AE-3540-3E0D311D359C}"/>
    <pc:docChg chg="addSld modSld">
      <pc:chgData name="mehmet gök" userId="S::mehmet.gok1@std.bogazici.edu.tr::15632cb4-26f1-469b-a776-86ac63c7653c" providerId="AD" clId="Web-{BA64DC1E-5DF1-63AE-3540-3E0D311D359C}" dt="2025-02-17T08:01:39.463" v="233" actId="1076"/>
      <pc:docMkLst>
        <pc:docMk/>
      </pc:docMkLst>
      <pc:sldChg chg="delSp modSp">
        <pc:chgData name="mehmet gök" userId="S::mehmet.gok1@std.bogazici.edu.tr::15632cb4-26f1-469b-a776-86ac63c7653c" providerId="AD" clId="Web-{BA64DC1E-5DF1-63AE-3540-3E0D311D359C}" dt="2025-02-17T07:48:06.852" v="18"/>
        <pc:sldMkLst>
          <pc:docMk/>
          <pc:sldMk cId="109857222" sldId="256"/>
        </pc:sldMkLst>
        <pc:spChg chg="mod">
          <ac:chgData name="mehmet gök" userId="S::mehmet.gok1@std.bogazici.edu.tr::15632cb4-26f1-469b-a776-86ac63c7653c" providerId="AD" clId="Web-{BA64DC1E-5DF1-63AE-3540-3E0D311D359C}" dt="2025-02-17T07:48:05.024" v="17" actId="20577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mehmet gök" userId="S::mehmet.gok1@std.bogazici.edu.tr::15632cb4-26f1-469b-a776-86ac63c7653c" providerId="AD" clId="Web-{BA64DC1E-5DF1-63AE-3540-3E0D311D359C}" dt="2025-02-17T07:48:06.852" v="18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new">
        <pc:chgData name="mehmet gök" userId="S::mehmet.gok1@std.bogazici.edu.tr::15632cb4-26f1-469b-a776-86ac63c7653c" providerId="AD" clId="Web-{BA64DC1E-5DF1-63AE-3540-3E0D311D359C}" dt="2025-02-17T07:55:54.355" v="25" actId="1076"/>
        <pc:sldMkLst>
          <pc:docMk/>
          <pc:sldMk cId="516492567" sldId="257"/>
        </pc:sldMkLst>
        <pc:spChg chg="mod">
          <ac:chgData name="mehmet gök" userId="S::mehmet.gok1@std.bogazici.edu.tr::15632cb4-26f1-469b-a776-86ac63c7653c" providerId="AD" clId="Web-{BA64DC1E-5DF1-63AE-3540-3E0D311D359C}" dt="2025-02-17T07:48:14.337" v="22" actId="14100"/>
          <ac:spMkLst>
            <pc:docMk/>
            <pc:sldMk cId="516492567" sldId="257"/>
            <ac:spMk id="2" creationId="{8829D41D-2E3A-EDAF-CD8F-17EA826700A7}"/>
          </ac:spMkLst>
        </pc:spChg>
        <pc:spChg chg="del">
          <ac:chgData name="mehmet gök" userId="S::mehmet.gok1@std.bogazici.edu.tr::15632cb4-26f1-469b-a776-86ac63c7653c" providerId="AD" clId="Web-{BA64DC1E-5DF1-63AE-3540-3E0D311D359C}" dt="2025-02-17T07:48:15.931" v="23"/>
          <ac:spMkLst>
            <pc:docMk/>
            <pc:sldMk cId="516492567" sldId="257"/>
            <ac:spMk id="3" creationId="{53902DBB-8D87-F222-E959-A4B5F522EC52}"/>
          </ac:spMkLst>
        </pc:spChg>
        <pc:picChg chg="add mod">
          <ac:chgData name="mehmet gök" userId="S::mehmet.gok1@std.bogazici.edu.tr::15632cb4-26f1-469b-a776-86ac63c7653c" providerId="AD" clId="Web-{BA64DC1E-5DF1-63AE-3540-3E0D311D359C}" dt="2025-02-17T07:55:54.355" v="25" actId="1076"/>
          <ac:picMkLst>
            <pc:docMk/>
            <pc:sldMk cId="516492567" sldId="257"/>
            <ac:picMk id="4" creationId="{66D337D4-A811-22EC-D748-3DEFD5560810}"/>
          </ac:picMkLst>
        </pc:picChg>
      </pc:sldChg>
      <pc:sldChg chg="addSp delSp modSp new">
        <pc:chgData name="mehmet gök" userId="S::mehmet.gok1@std.bogazici.edu.tr::15632cb4-26f1-469b-a776-86ac63c7653c" providerId="AD" clId="Web-{BA64DC1E-5DF1-63AE-3540-3E0D311D359C}" dt="2025-02-17T07:59:03.691" v="216" actId="1076"/>
        <pc:sldMkLst>
          <pc:docMk/>
          <pc:sldMk cId="3553902564" sldId="258"/>
        </pc:sldMkLst>
        <pc:spChg chg="mod">
          <ac:chgData name="mehmet gök" userId="S::mehmet.gok1@std.bogazici.edu.tr::15632cb4-26f1-469b-a776-86ac63c7653c" providerId="AD" clId="Web-{BA64DC1E-5DF1-63AE-3540-3E0D311D359C}" dt="2025-02-17T07:56:24.497" v="44" actId="14100"/>
          <ac:spMkLst>
            <pc:docMk/>
            <pc:sldMk cId="3553902564" sldId="258"/>
            <ac:spMk id="2" creationId="{710ADA48-5463-5A73-8E06-DE06DAB11245}"/>
          </ac:spMkLst>
        </pc:spChg>
        <pc:spChg chg="del">
          <ac:chgData name="mehmet gök" userId="S::mehmet.gok1@std.bogazici.edu.tr::15632cb4-26f1-469b-a776-86ac63c7653c" providerId="AD" clId="Web-{BA64DC1E-5DF1-63AE-3540-3E0D311D359C}" dt="2025-02-17T07:56:20.278" v="41"/>
          <ac:spMkLst>
            <pc:docMk/>
            <pc:sldMk cId="3553902564" sldId="258"/>
            <ac:spMk id="3" creationId="{92DF5578-0BEB-984E-0FD7-B9D408FEA07A}"/>
          </ac:spMkLst>
        </pc:spChg>
        <pc:spChg chg="add mod">
          <ac:chgData name="mehmet gök" userId="S::mehmet.gok1@std.bogazici.edu.tr::15632cb4-26f1-469b-a776-86ac63c7653c" providerId="AD" clId="Web-{BA64DC1E-5DF1-63AE-3540-3E0D311D359C}" dt="2025-02-17T07:59:03.691" v="216" actId="1076"/>
          <ac:spMkLst>
            <pc:docMk/>
            <pc:sldMk cId="3553902564" sldId="258"/>
            <ac:spMk id="5" creationId="{B47551EC-75DB-9712-BE0F-E2C3911A05A1}"/>
          </ac:spMkLst>
        </pc:spChg>
        <pc:spChg chg="add mod">
          <ac:chgData name="mehmet gök" userId="S::mehmet.gok1@std.bogazici.edu.tr::15632cb4-26f1-469b-a776-86ac63c7653c" providerId="AD" clId="Web-{BA64DC1E-5DF1-63AE-3540-3E0D311D359C}" dt="2025-02-17T07:58:40.940" v="208" actId="20577"/>
          <ac:spMkLst>
            <pc:docMk/>
            <pc:sldMk cId="3553902564" sldId="258"/>
            <ac:spMk id="7" creationId="{51295DA9-1E32-5ABE-1FEE-A4C194762924}"/>
          </ac:spMkLst>
        </pc:spChg>
        <pc:picChg chg="add mod">
          <ac:chgData name="mehmet gök" userId="S::mehmet.gok1@std.bogazici.edu.tr::15632cb4-26f1-469b-a776-86ac63c7653c" providerId="AD" clId="Web-{BA64DC1E-5DF1-63AE-3540-3E0D311D359C}" dt="2025-02-17T07:58:58.785" v="214" actId="14100"/>
          <ac:picMkLst>
            <pc:docMk/>
            <pc:sldMk cId="3553902564" sldId="258"/>
            <ac:picMk id="4" creationId="{E60FFD3D-190D-F8BC-E459-2ABC05C4E714}"/>
          </ac:picMkLst>
        </pc:picChg>
        <pc:picChg chg="add mod modCrop">
          <ac:chgData name="mehmet gök" userId="S::mehmet.gok1@std.bogazici.edu.tr::15632cb4-26f1-469b-a776-86ac63c7653c" providerId="AD" clId="Web-{BA64DC1E-5DF1-63AE-3540-3E0D311D359C}" dt="2025-02-17T07:59:00.707" v="215" actId="1076"/>
          <ac:picMkLst>
            <pc:docMk/>
            <pc:sldMk cId="3553902564" sldId="258"/>
            <ac:picMk id="6" creationId="{B618780D-4437-1889-6A4E-A4BD2C20E1E9}"/>
          </ac:picMkLst>
        </pc:picChg>
      </pc:sldChg>
      <pc:sldChg chg="addSp delSp modSp new">
        <pc:chgData name="mehmet gök" userId="S::mehmet.gok1@std.bogazici.edu.tr::15632cb4-26f1-469b-a776-86ac63c7653c" providerId="AD" clId="Web-{BA64DC1E-5DF1-63AE-3540-3E0D311D359C}" dt="2025-02-17T08:01:39.463" v="233" actId="1076"/>
        <pc:sldMkLst>
          <pc:docMk/>
          <pc:sldMk cId="2488631531" sldId="259"/>
        </pc:sldMkLst>
        <pc:spChg chg="mod">
          <ac:chgData name="mehmet gök" userId="S::mehmet.gok1@std.bogazici.edu.tr::15632cb4-26f1-469b-a776-86ac63c7653c" providerId="AD" clId="Web-{BA64DC1E-5DF1-63AE-3540-3E0D311D359C}" dt="2025-02-17T08:01:35.181" v="230" actId="1076"/>
          <ac:spMkLst>
            <pc:docMk/>
            <pc:sldMk cId="2488631531" sldId="259"/>
            <ac:spMk id="2" creationId="{6E5BE672-D1FD-3C4C-21A3-6F8FC01946C3}"/>
          </ac:spMkLst>
        </pc:spChg>
        <pc:spChg chg="del">
          <ac:chgData name="mehmet gök" userId="S::mehmet.gok1@std.bogazici.edu.tr::15632cb4-26f1-469b-a776-86ac63c7653c" providerId="AD" clId="Web-{BA64DC1E-5DF1-63AE-3540-3E0D311D359C}" dt="2025-02-17T07:59:15.161" v="224"/>
          <ac:spMkLst>
            <pc:docMk/>
            <pc:sldMk cId="2488631531" sldId="259"/>
            <ac:spMk id="3" creationId="{5745385E-5BC3-D161-C388-FBF25E0B51A8}"/>
          </ac:spMkLst>
        </pc:spChg>
        <pc:picChg chg="add mod">
          <ac:chgData name="mehmet gök" userId="S::mehmet.gok1@std.bogazici.edu.tr::15632cb4-26f1-469b-a776-86ac63c7653c" providerId="AD" clId="Web-{BA64DC1E-5DF1-63AE-3540-3E0D311D359C}" dt="2025-02-17T08:01:39.463" v="233" actId="1076"/>
          <ac:picMkLst>
            <pc:docMk/>
            <pc:sldMk cId="2488631531" sldId="259"/>
            <ac:picMk id="4" creationId="{C31A041A-A29C-BB05-9F34-3B9EFDA313B2}"/>
          </ac:picMkLst>
        </pc:picChg>
      </pc:sldChg>
    </pc:docChg>
  </pc:docChgLst>
  <pc:docChgLst>
    <pc:chgData name="mehmet gök" userId="S::mehmet.gok1@std.bogazici.edu.tr::15632cb4-26f1-469b-a776-86ac63c7653c" providerId="AD" clId="Web-{28D25B09-06DE-EF37-ED62-1EBEF6889432}"/>
    <pc:docChg chg="delSld modSld">
      <pc:chgData name="mehmet gök" userId="S::mehmet.gok1@std.bogazici.edu.tr::15632cb4-26f1-469b-a776-86ac63c7653c" providerId="AD" clId="Web-{28D25B09-06DE-EF37-ED62-1EBEF6889432}" dt="2025-03-05T09:10:27.255" v="8"/>
      <pc:docMkLst>
        <pc:docMk/>
      </pc:docMkLst>
      <pc:sldChg chg="addSp delSp modSp del">
        <pc:chgData name="mehmet gök" userId="S::mehmet.gok1@std.bogazici.edu.tr::15632cb4-26f1-469b-a776-86ac63c7653c" providerId="AD" clId="Web-{28D25B09-06DE-EF37-ED62-1EBEF6889432}" dt="2025-03-05T09:10:27.255" v="8"/>
        <pc:sldMkLst>
          <pc:docMk/>
          <pc:sldMk cId="3553902564" sldId="258"/>
        </pc:sldMkLst>
        <pc:spChg chg="del">
          <ac:chgData name="mehmet gök" userId="S::mehmet.gok1@std.bogazici.edu.tr::15632cb4-26f1-469b-a776-86ac63c7653c" providerId="AD" clId="Web-{28D25B09-06DE-EF37-ED62-1EBEF6889432}" dt="2025-03-05T09:10:21.317" v="4"/>
          <ac:spMkLst>
            <pc:docMk/>
            <pc:sldMk cId="3553902564" sldId="258"/>
            <ac:spMk id="2" creationId="{710ADA48-5463-5A73-8E06-DE06DAB11245}"/>
          </ac:spMkLst>
        </pc:spChg>
        <pc:spChg chg="del">
          <ac:chgData name="mehmet gök" userId="S::mehmet.gok1@std.bogazici.edu.tr::15632cb4-26f1-469b-a776-86ac63c7653c" providerId="AD" clId="Web-{28D25B09-06DE-EF37-ED62-1EBEF6889432}" dt="2025-03-05T09:10:21.317" v="2"/>
          <ac:spMkLst>
            <pc:docMk/>
            <pc:sldMk cId="3553902564" sldId="258"/>
            <ac:spMk id="5" creationId="{B47551EC-75DB-9712-BE0F-E2C3911A05A1}"/>
          </ac:spMkLst>
        </pc:spChg>
        <pc:spChg chg="del">
          <ac:chgData name="mehmet gök" userId="S::mehmet.gok1@std.bogazici.edu.tr::15632cb4-26f1-469b-a776-86ac63c7653c" providerId="AD" clId="Web-{28D25B09-06DE-EF37-ED62-1EBEF6889432}" dt="2025-03-05T09:10:21.317" v="0"/>
          <ac:spMkLst>
            <pc:docMk/>
            <pc:sldMk cId="3553902564" sldId="258"/>
            <ac:spMk id="7" creationId="{51295DA9-1E32-5ABE-1FEE-A4C194762924}"/>
          </ac:spMkLst>
        </pc:spChg>
        <pc:spChg chg="add mod">
          <ac:chgData name="mehmet gök" userId="S::mehmet.gok1@std.bogazici.edu.tr::15632cb4-26f1-469b-a776-86ac63c7653c" providerId="AD" clId="Web-{28D25B09-06DE-EF37-ED62-1EBEF6889432}" dt="2025-03-05T09:10:21.317" v="4"/>
          <ac:spMkLst>
            <pc:docMk/>
            <pc:sldMk cId="3553902564" sldId="258"/>
            <ac:spMk id="8" creationId="{30D91001-69EB-5FB1-3EA8-A75EC7AFF6E9}"/>
          </ac:spMkLst>
        </pc:spChg>
        <pc:picChg chg="del">
          <ac:chgData name="mehmet gök" userId="S::mehmet.gok1@std.bogazici.edu.tr::15632cb4-26f1-469b-a776-86ac63c7653c" providerId="AD" clId="Web-{28D25B09-06DE-EF37-ED62-1EBEF6889432}" dt="2025-03-05T09:10:21.317" v="3"/>
          <ac:picMkLst>
            <pc:docMk/>
            <pc:sldMk cId="3553902564" sldId="258"/>
            <ac:picMk id="4" creationId="{E60FFD3D-190D-F8BC-E459-2ABC05C4E714}"/>
          </ac:picMkLst>
        </pc:picChg>
        <pc:picChg chg="del">
          <ac:chgData name="mehmet gök" userId="S::mehmet.gok1@std.bogazici.edu.tr::15632cb4-26f1-469b-a776-86ac63c7653c" providerId="AD" clId="Web-{28D25B09-06DE-EF37-ED62-1EBEF6889432}" dt="2025-03-05T09:10:21.317" v="1"/>
          <ac:picMkLst>
            <pc:docMk/>
            <pc:sldMk cId="3553902564" sldId="258"/>
            <ac:picMk id="6" creationId="{B618780D-4437-1889-6A4E-A4BD2C20E1E9}"/>
          </ac:picMkLst>
        </pc:picChg>
      </pc:sldChg>
      <pc:sldChg chg="delSp modSp">
        <pc:chgData name="mehmet gök" userId="S::mehmet.gok1@std.bogazici.edu.tr::15632cb4-26f1-469b-a776-86ac63c7653c" providerId="AD" clId="Web-{28D25B09-06DE-EF37-ED62-1EBEF6889432}" dt="2025-03-05T09:10:26.287" v="7" actId="20577"/>
        <pc:sldMkLst>
          <pc:docMk/>
          <pc:sldMk cId="2488631531" sldId="259"/>
        </pc:sldMkLst>
        <pc:spChg chg="mod">
          <ac:chgData name="mehmet gök" userId="S::mehmet.gok1@std.bogazici.edu.tr::15632cb4-26f1-469b-a776-86ac63c7653c" providerId="AD" clId="Web-{28D25B09-06DE-EF37-ED62-1EBEF6889432}" dt="2025-03-05T09:10:26.287" v="7" actId="20577"/>
          <ac:spMkLst>
            <pc:docMk/>
            <pc:sldMk cId="2488631531" sldId="259"/>
            <ac:spMk id="2" creationId="{6E5BE672-D1FD-3C4C-21A3-6F8FC01946C3}"/>
          </ac:spMkLst>
        </pc:spChg>
        <pc:picChg chg="del">
          <ac:chgData name="mehmet gök" userId="S::mehmet.gok1@std.bogazici.edu.tr::15632cb4-26f1-469b-a776-86ac63c7653c" providerId="AD" clId="Web-{28D25B09-06DE-EF37-ED62-1EBEF6889432}" dt="2025-03-05T09:10:23.427" v="5"/>
          <ac:picMkLst>
            <pc:docMk/>
            <pc:sldMk cId="2488631531" sldId="259"/>
            <ac:picMk id="4" creationId="{C31A041A-A29C-BB05-9F34-3B9EFDA313B2}"/>
          </ac:picMkLst>
        </pc:picChg>
      </pc:sldChg>
    </pc:docChg>
  </pc:docChgLst>
  <pc:docChgLst>
    <pc:chgData name="mehmet gök" userId="S::mehmet.gok1@std.bogazici.edu.tr::15632cb4-26f1-469b-a776-86ac63c7653c" providerId="AD" clId="Web-{B405A4F0-EB82-0430-A5AA-BB8F242172DF}"/>
    <pc:docChg chg="addSld modSld">
      <pc:chgData name="mehmet gök" userId="S::mehmet.gok1@std.bogazici.edu.tr::15632cb4-26f1-469b-a776-86ac63c7653c" providerId="AD" clId="Web-{B405A4F0-EB82-0430-A5AA-BB8F242172DF}" dt="2025-04-22T22:33:50.348" v="633" actId="20577"/>
      <pc:docMkLst>
        <pc:docMk/>
      </pc:docMkLst>
      <pc:sldChg chg="addSp modSp">
        <pc:chgData name="mehmet gök" userId="S::mehmet.gok1@std.bogazici.edu.tr::15632cb4-26f1-469b-a776-86ac63c7653c" providerId="AD" clId="Web-{B405A4F0-EB82-0430-A5AA-BB8F242172DF}" dt="2025-04-22T18:54:28.813" v="76" actId="20577"/>
        <pc:sldMkLst>
          <pc:docMk/>
          <pc:sldMk cId="109857222" sldId="256"/>
        </pc:sldMkLst>
        <pc:spChg chg="mod">
          <ac:chgData name="mehmet gök" userId="S::mehmet.gok1@std.bogazici.edu.tr::15632cb4-26f1-469b-a776-86ac63c7653c" providerId="AD" clId="Web-{B405A4F0-EB82-0430-A5AA-BB8F242172DF}" dt="2025-04-22T18:53:54.951" v="37" actId="1076"/>
          <ac:spMkLst>
            <pc:docMk/>
            <pc:sldMk cId="109857222" sldId="256"/>
            <ac:spMk id="2" creationId="{00000000-0000-0000-0000-000000000000}"/>
          </ac:spMkLst>
        </pc:spChg>
        <pc:spChg chg="add mod">
          <ac:chgData name="mehmet gök" userId="S::mehmet.gok1@std.bogazici.edu.tr::15632cb4-26f1-469b-a776-86ac63c7653c" providerId="AD" clId="Web-{B405A4F0-EB82-0430-A5AA-BB8F242172DF}" dt="2025-04-22T18:54:28.813" v="76" actId="20577"/>
          <ac:spMkLst>
            <pc:docMk/>
            <pc:sldMk cId="109857222" sldId="256"/>
            <ac:spMk id="3" creationId="{BA5E9686-E33F-89BD-4EA8-9D191BDD82A0}"/>
          </ac:spMkLst>
        </pc:spChg>
      </pc:sldChg>
      <pc:sldChg chg="addSp delSp modSp">
        <pc:chgData name="mehmet gök" userId="S::mehmet.gok1@std.bogazici.edu.tr::15632cb4-26f1-469b-a776-86ac63c7653c" providerId="AD" clId="Web-{B405A4F0-EB82-0430-A5AA-BB8F242172DF}" dt="2025-04-22T21:01:12.887" v="218" actId="20577"/>
        <pc:sldMkLst>
          <pc:docMk/>
          <pc:sldMk cId="516492567" sldId="257"/>
        </pc:sldMkLst>
        <pc:spChg chg="mod">
          <ac:chgData name="mehmet gök" userId="S::mehmet.gok1@std.bogazici.edu.tr::15632cb4-26f1-469b-a776-86ac63c7653c" providerId="AD" clId="Web-{B405A4F0-EB82-0430-A5AA-BB8F242172DF}" dt="2025-04-22T18:54:50.127" v="79" actId="1076"/>
          <ac:spMkLst>
            <pc:docMk/>
            <pc:sldMk cId="516492567" sldId="257"/>
            <ac:spMk id="2" creationId="{8829D41D-2E3A-EDAF-CD8F-17EA826700A7}"/>
          </ac:spMkLst>
        </pc:spChg>
        <pc:spChg chg="add mod">
          <ac:chgData name="mehmet gök" userId="S::mehmet.gok1@std.bogazici.edu.tr::15632cb4-26f1-469b-a776-86ac63c7653c" providerId="AD" clId="Web-{B405A4F0-EB82-0430-A5AA-BB8F242172DF}" dt="2025-04-22T20:00:10.650" v="197" actId="1076"/>
          <ac:spMkLst>
            <pc:docMk/>
            <pc:sldMk cId="516492567" sldId="257"/>
            <ac:spMk id="5" creationId="{A8E24F2D-574E-BE80-4D2C-C7B3E37E6A1F}"/>
          </ac:spMkLst>
        </pc:spChg>
        <pc:spChg chg="add mod">
          <ac:chgData name="mehmet gök" userId="S::mehmet.gok1@std.bogazici.edu.tr::15632cb4-26f1-469b-a776-86ac63c7653c" providerId="AD" clId="Web-{B405A4F0-EB82-0430-A5AA-BB8F242172DF}" dt="2025-04-22T21:01:12.887" v="218" actId="20577"/>
          <ac:spMkLst>
            <pc:docMk/>
            <pc:sldMk cId="516492567" sldId="257"/>
            <ac:spMk id="6" creationId="{E3A67C09-4049-2313-2617-4F983F4B22F1}"/>
          </ac:spMkLst>
        </pc:spChg>
        <pc:spChg chg="add del mod">
          <ac:chgData name="mehmet gök" userId="S::mehmet.gok1@std.bogazici.edu.tr::15632cb4-26f1-469b-a776-86ac63c7653c" providerId="AD" clId="Web-{B405A4F0-EB82-0430-A5AA-BB8F242172DF}" dt="2025-04-22T20:00:23.775" v="202"/>
          <ac:spMkLst>
            <pc:docMk/>
            <pc:sldMk cId="516492567" sldId="257"/>
            <ac:spMk id="7" creationId="{CEE9EDBB-25FA-6657-0620-403FDFCFD974}"/>
          </ac:spMkLst>
        </pc:spChg>
        <pc:spChg chg="add del mod">
          <ac:chgData name="mehmet gök" userId="S::mehmet.gok1@std.bogazici.edu.tr::15632cb4-26f1-469b-a776-86ac63c7653c" providerId="AD" clId="Web-{B405A4F0-EB82-0430-A5AA-BB8F242172DF}" dt="2025-04-22T20:00:28.478" v="204"/>
          <ac:spMkLst>
            <pc:docMk/>
            <pc:sldMk cId="516492567" sldId="257"/>
            <ac:spMk id="8" creationId="{1B8A3D5E-A4B1-CF7E-AB59-5CA6A9B33298}"/>
          </ac:spMkLst>
        </pc:spChg>
        <pc:spChg chg="add del mod">
          <ac:chgData name="mehmet gök" userId="S::mehmet.gok1@std.bogazici.edu.tr::15632cb4-26f1-469b-a776-86ac63c7653c" providerId="AD" clId="Web-{B405A4F0-EB82-0430-A5AA-BB8F242172DF}" dt="2025-04-22T20:00:28.478" v="203"/>
          <ac:spMkLst>
            <pc:docMk/>
            <pc:sldMk cId="516492567" sldId="257"/>
            <ac:spMk id="9" creationId="{FB57C9D4-E383-395E-19AB-3EB97BD5370D}"/>
          </ac:spMkLst>
        </pc:spChg>
        <pc:spChg chg="add mod">
          <ac:chgData name="mehmet gök" userId="S::mehmet.gok1@std.bogazici.edu.tr::15632cb4-26f1-469b-a776-86ac63c7653c" providerId="AD" clId="Web-{B405A4F0-EB82-0430-A5AA-BB8F242172DF}" dt="2025-04-22T20:00:16.369" v="199" actId="1076"/>
          <ac:spMkLst>
            <pc:docMk/>
            <pc:sldMk cId="516492567" sldId="257"/>
            <ac:spMk id="10" creationId="{A882F890-C62A-0AEB-085F-58619DD2A1BB}"/>
          </ac:spMkLst>
        </pc:spChg>
        <pc:spChg chg="add mod">
          <ac:chgData name="mehmet gök" userId="S::mehmet.gok1@std.bogazici.edu.tr::15632cb4-26f1-469b-a776-86ac63c7653c" providerId="AD" clId="Web-{B405A4F0-EB82-0430-A5AA-BB8F242172DF}" dt="2025-04-22T20:00:37.744" v="206" actId="20577"/>
          <ac:spMkLst>
            <pc:docMk/>
            <pc:sldMk cId="516492567" sldId="257"/>
            <ac:spMk id="11" creationId="{41604502-A8BD-89FC-5CAB-22988515A312}"/>
          </ac:spMkLst>
        </pc:spChg>
        <pc:picChg chg="add del mod">
          <ac:chgData name="mehmet gök" userId="S::mehmet.gok1@std.bogazici.edu.tr::15632cb4-26f1-469b-a776-86ac63c7653c" providerId="AD" clId="Web-{B405A4F0-EB82-0430-A5AA-BB8F242172DF}" dt="2025-04-22T19:59:37.586" v="183"/>
          <ac:picMkLst>
            <pc:docMk/>
            <pc:sldMk cId="516492567" sldId="257"/>
            <ac:picMk id="3" creationId="{816D982D-1FFB-53DB-42A6-841EE8E96556}"/>
          </ac:picMkLst>
        </pc:picChg>
        <pc:picChg chg="add mod">
          <ac:chgData name="mehmet gök" userId="S::mehmet.gok1@std.bogazici.edu.tr::15632cb4-26f1-469b-a776-86ac63c7653c" providerId="AD" clId="Web-{B405A4F0-EB82-0430-A5AA-BB8F242172DF}" dt="2025-04-22T20:00:06.024" v="195" actId="1076"/>
          <ac:picMkLst>
            <pc:docMk/>
            <pc:sldMk cId="516492567" sldId="257"/>
            <ac:picMk id="4" creationId="{180634A6-6B54-C116-C73C-30CE6128676D}"/>
          </ac:picMkLst>
        </pc:picChg>
        <pc:picChg chg="del">
          <ac:chgData name="mehmet gök" userId="S::mehmet.gok1@std.bogazici.edu.tr::15632cb4-26f1-469b-a776-86ac63c7653c" providerId="AD" clId="Web-{B405A4F0-EB82-0430-A5AA-BB8F242172DF}" dt="2025-04-22T18:53:57.264" v="38"/>
          <ac:picMkLst>
            <pc:docMk/>
            <pc:sldMk cId="516492567" sldId="257"/>
            <ac:picMk id="4" creationId="{66D337D4-A811-22EC-D748-3DEFD5560810}"/>
          </ac:picMkLst>
        </pc:picChg>
      </pc:sldChg>
      <pc:sldChg chg="addSp delSp modSp">
        <pc:chgData name="mehmet gök" userId="S::mehmet.gok1@std.bogazici.edu.tr::15632cb4-26f1-469b-a776-86ac63c7653c" providerId="AD" clId="Web-{B405A4F0-EB82-0430-A5AA-BB8F242172DF}" dt="2025-04-22T21:13:41.837" v="264" actId="20577"/>
        <pc:sldMkLst>
          <pc:docMk/>
          <pc:sldMk cId="2488631531" sldId="259"/>
        </pc:sldMkLst>
        <pc:spChg chg="mod">
          <ac:chgData name="mehmet gök" userId="S::mehmet.gok1@std.bogazici.edu.tr::15632cb4-26f1-469b-a776-86ac63c7653c" providerId="AD" clId="Web-{B405A4F0-EB82-0430-A5AA-BB8F242172DF}" dt="2025-04-22T18:59:20.128" v="143" actId="20577"/>
          <ac:spMkLst>
            <pc:docMk/>
            <pc:sldMk cId="2488631531" sldId="259"/>
            <ac:spMk id="2" creationId="{6E5BE672-D1FD-3C4C-21A3-6F8FC01946C3}"/>
          </ac:spMkLst>
        </pc:spChg>
        <pc:spChg chg="add mod">
          <ac:chgData name="mehmet gök" userId="S::mehmet.gok1@std.bogazici.edu.tr::15632cb4-26f1-469b-a776-86ac63c7653c" providerId="AD" clId="Web-{B405A4F0-EB82-0430-A5AA-BB8F242172DF}" dt="2025-04-22T21:13:41.837" v="264" actId="20577"/>
          <ac:spMkLst>
            <pc:docMk/>
            <pc:sldMk cId="2488631531" sldId="259"/>
            <ac:spMk id="8" creationId="{3F90F91A-5078-F114-6CFE-27E1EB4F1585}"/>
          </ac:spMkLst>
        </pc:spChg>
        <pc:picChg chg="add mod">
          <ac:chgData name="mehmet gök" userId="S::mehmet.gok1@std.bogazici.edu.tr::15632cb4-26f1-469b-a776-86ac63c7653c" providerId="AD" clId="Web-{B405A4F0-EB82-0430-A5AA-BB8F242172DF}" dt="2025-04-22T21:01:06.855" v="217" actId="1076"/>
          <ac:picMkLst>
            <pc:docMk/>
            <pc:sldMk cId="2488631531" sldId="259"/>
            <ac:picMk id="3" creationId="{84FD52FC-313C-82DC-B299-CC1F5E398BB4}"/>
          </ac:picMkLst>
        </pc:picChg>
        <pc:picChg chg="add del mod">
          <ac:chgData name="mehmet gök" userId="S::mehmet.gok1@std.bogazici.edu.tr::15632cb4-26f1-469b-a776-86ac63c7653c" providerId="AD" clId="Web-{B405A4F0-EB82-0430-A5AA-BB8F242172DF}" dt="2025-04-22T20:00:52.698" v="211"/>
          <ac:picMkLst>
            <pc:docMk/>
            <pc:sldMk cId="2488631531" sldId="259"/>
            <ac:picMk id="3" creationId="{A19C77BA-A80D-9B92-FD9E-15DE1D308105}"/>
          </ac:picMkLst>
        </pc:picChg>
        <pc:picChg chg="add del mod">
          <ac:chgData name="mehmet gök" userId="S::mehmet.gok1@std.bogazici.edu.tr::15632cb4-26f1-469b-a776-86ac63c7653c" providerId="AD" clId="Web-{B405A4F0-EB82-0430-A5AA-BB8F242172DF}" dt="2025-04-22T18:59:27.878" v="148"/>
          <ac:picMkLst>
            <pc:docMk/>
            <pc:sldMk cId="2488631531" sldId="259"/>
            <ac:picMk id="3" creationId="{D361688C-168A-CF78-8C1E-09831F8BF64C}"/>
          </ac:picMkLst>
        </pc:picChg>
        <pc:picChg chg="add del mod">
          <ac:chgData name="mehmet gök" userId="S::mehmet.gok1@std.bogazici.edu.tr::15632cb4-26f1-469b-a776-86ac63c7653c" providerId="AD" clId="Web-{B405A4F0-EB82-0430-A5AA-BB8F242172DF}" dt="2025-04-22T21:12:53.492" v="233"/>
          <ac:picMkLst>
            <pc:docMk/>
            <pc:sldMk cId="2488631531" sldId="259"/>
            <ac:picMk id="4" creationId="{53AEB186-57C1-2628-396A-8774B869D775}"/>
          </ac:picMkLst>
        </pc:picChg>
        <pc:picChg chg="add del mod">
          <ac:chgData name="mehmet gök" userId="S::mehmet.gok1@std.bogazici.edu.tr::15632cb4-26f1-469b-a776-86ac63c7653c" providerId="AD" clId="Web-{B405A4F0-EB82-0430-A5AA-BB8F242172DF}" dt="2025-04-22T19:11:57.556" v="154"/>
          <ac:picMkLst>
            <pc:docMk/>
            <pc:sldMk cId="2488631531" sldId="259"/>
            <ac:picMk id="4" creationId="{8479F448-2CFE-88D8-714F-F18C1BF80254}"/>
          </ac:picMkLst>
        </pc:picChg>
        <pc:picChg chg="add mod">
          <ac:chgData name="mehmet gök" userId="S::mehmet.gok1@std.bogazici.edu.tr::15632cb4-26f1-469b-a776-86ac63c7653c" providerId="AD" clId="Web-{B405A4F0-EB82-0430-A5AA-BB8F242172DF}" dt="2025-04-22T21:09:56.766" v="232" actId="1076"/>
          <ac:picMkLst>
            <pc:docMk/>
            <pc:sldMk cId="2488631531" sldId="259"/>
            <ac:picMk id="5" creationId="{1CBCA862-62C3-E051-DC36-E88C9A60D3E6}"/>
          </ac:picMkLst>
        </pc:picChg>
        <pc:picChg chg="add del mod">
          <ac:chgData name="mehmet gök" userId="S::mehmet.gok1@std.bogazici.edu.tr::15632cb4-26f1-469b-a776-86ac63c7653c" providerId="AD" clId="Web-{B405A4F0-EB82-0430-A5AA-BB8F242172DF}" dt="2025-04-22T19:43:33.869" v="176"/>
          <ac:picMkLst>
            <pc:docMk/>
            <pc:sldMk cId="2488631531" sldId="259"/>
            <ac:picMk id="5" creationId="{C33B469E-71F5-7E51-FBC7-F8CAA2DF73EB}"/>
          </ac:picMkLst>
        </pc:picChg>
        <pc:picChg chg="add del mod modCrop">
          <ac:chgData name="mehmet gök" userId="S::mehmet.gok1@std.bogazici.edu.tr::15632cb4-26f1-469b-a776-86ac63c7653c" providerId="AD" clId="Web-{B405A4F0-EB82-0430-A5AA-BB8F242172DF}" dt="2025-04-22T19:43:34.400" v="177"/>
          <ac:picMkLst>
            <pc:docMk/>
            <pc:sldMk cId="2488631531" sldId="259"/>
            <ac:picMk id="6" creationId="{33646068-B3F9-1D85-3D4B-B7AC590D9DB5}"/>
          </ac:picMkLst>
        </pc:picChg>
        <pc:picChg chg="add mod">
          <ac:chgData name="mehmet gök" userId="S::mehmet.gok1@std.bogazici.edu.tr::15632cb4-26f1-469b-a776-86ac63c7653c" providerId="AD" clId="Web-{B405A4F0-EB82-0430-A5AA-BB8F242172DF}" dt="2025-04-22T21:12:59.414" v="236" actId="1076"/>
          <ac:picMkLst>
            <pc:docMk/>
            <pc:sldMk cId="2488631531" sldId="259"/>
            <ac:picMk id="6" creationId="{93F9D0AA-6103-255E-103B-01846BE58C28}"/>
          </ac:picMkLst>
        </pc:picChg>
      </pc:sldChg>
      <pc:sldChg chg="addSp delSp modSp new">
        <pc:chgData name="mehmet gök" userId="S::mehmet.gok1@std.bogazici.edu.tr::15632cb4-26f1-469b-a776-86ac63c7653c" providerId="AD" clId="Web-{B405A4F0-EB82-0430-A5AA-BB8F242172DF}" dt="2025-04-22T21:16:37.561" v="328" actId="1076"/>
        <pc:sldMkLst>
          <pc:docMk/>
          <pc:sldMk cId="3699236736" sldId="260"/>
        </pc:sldMkLst>
        <pc:spChg chg="del">
          <ac:chgData name="mehmet gök" userId="S::mehmet.gok1@std.bogazici.edu.tr::15632cb4-26f1-469b-a776-86ac63c7653c" providerId="AD" clId="Web-{B405A4F0-EB82-0430-A5AA-BB8F242172DF}" dt="2025-04-22T21:13:44.087" v="267"/>
          <ac:spMkLst>
            <pc:docMk/>
            <pc:sldMk cId="3699236736" sldId="260"/>
            <ac:spMk id="2" creationId="{44199DB3-7B40-F89C-AF46-D48732A09782}"/>
          </ac:spMkLst>
        </pc:spChg>
        <pc:spChg chg="del">
          <ac:chgData name="mehmet gök" userId="S::mehmet.gok1@std.bogazici.edu.tr::15632cb4-26f1-469b-a776-86ac63c7653c" providerId="AD" clId="Web-{B405A4F0-EB82-0430-A5AA-BB8F242172DF}" dt="2025-04-22T21:13:44.087" v="266"/>
          <ac:spMkLst>
            <pc:docMk/>
            <pc:sldMk cId="3699236736" sldId="260"/>
            <ac:spMk id="3" creationId="{3D9E3DE6-5478-BDF1-E178-FFA934D77B84}"/>
          </ac:spMkLst>
        </pc:spChg>
        <pc:spChg chg="add mod">
          <ac:chgData name="mehmet gök" userId="S::mehmet.gok1@std.bogazici.edu.tr::15632cb4-26f1-469b-a776-86ac63c7653c" providerId="AD" clId="Web-{B405A4F0-EB82-0430-A5AA-BB8F242172DF}" dt="2025-04-22T21:16:12.842" v="313" actId="14100"/>
          <ac:spMkLst>
            <pc:docMk/>
            <pc:sldMk cId="3699236736" sldId="260"/>
            <ac:spMk id="6" creationId="{D02DBF77-8052-7B09-1769-988D3A715B07}"/>
          </ac:spMkLst>
        </pc:spChg>
        <pc:spChg chg="add mod">
          <ac:chgData name="mehmet gök" userId="S::mehmet.gok1@std.bogazici.edu.tr::15632cb4-26f1-469b-a776-86ac63c7653c" providerId="AD" clId="Web-{B405A4F0-EB82-0430-A5AA-BB8F242172DF}" dt="2025-04-22T21:16:37.561" v="328" actId="1076"/>
          <ac:spMkLst>
            <pc:docMk/>
            <pc:sldMk cId="3699236736" sldId="260"/>
            <ac:spMk id="8" creationId="{8BCADED6-C15B-4F54-CE11-2FCA51D6B989}"/>
          </ac:spMkLst>
        </pc:spChg>
        <pc:picChg chg="add mod">
          <ac:chgData name="mehmet gök" userId="S::mehmet.gok1@std.bogazici.edu.tr::15632cb4-26f1-469b-a776-86ac63c7653c" providerId="AD" clId="Web-{B405A4F0-EB82-0430-A5AA-BB8F242172DF}" dt="2025-04-22T21:15:06.496" v="306" actId="14100"/>
          <ac:picMkLst>
            <pc:docMk/>
            <pc:sldMk cId="3699236736" sldId="260"/>
            <ac:picMk id="4" creationId="{29897246-E0C0-708C-5CA2-ACDF87B3E915}"/>
          </ac:picMkLst>
        </pc:picChg>
        <pc:picChg chg="add mod">
          <ac:chgData name="mehmet gök" userId="S::mehmet.gok1@std.bogazici.edu.tr::15632cb4-26f1-469b-a776-86ac63c7653c" providerId="AD" clId="Web-{B405A4F0-EB82-0430-A5AA-BB8F242172DF}" dt="2025-04-22T21:16:08.779" v="312" actId="1076"/>
          <ac:picMkLst>
            <pc:docMk/>
            <pc:sldMk cId="3699236736" sldId="260"/>
            <ac:picMk id="7" creationId="{BCEA112C-4C03-96F5-EAC3-1B6D0A613CC7}"/>
          </ac:picMkLst>
        </pc:picChg>
      </pc:sldChg>
      <pc:sldChg chg="addSp delSp modSp new">
        <pc:chgData name="mehmet gök" userId="S::mehmet.gok1@std.bogazici.edu.tr::15632cb4-26f1-469b-a776-86ac63c7653c" providerId="AD" clId="Web-{B405A4F0-EB82-0430-A5AA-BB8F242172DF}" dt="2025-04-22T22:01:47.650" v="424" actId="20577"/>
        <pc:sldMkLst>
          <pc:docMk/>
          <pc:sldMk cId="2749884001" sldId="261"/>
        </pc:sldMkLst>
        <pc:spChg chg="del">
          <ac:chgData name="mehmet gök" userId="S::mehmet.gok1@std.bogazici.edu.tr::15632cb4-26f1-469b-a776-86ac63c7653c" providerId="AD" clId="Web-{B405A4F0-EB82-0430-A5AA-BB8F242172DF}" dt="2025-04-22T21:16:40.796" v="331"/>
          <ac:spMkLst>
            <pc:docMk/>
            <pc:sldMk cId="2749884001" sldId="261"/>
            <ac:spMk id="2" creationId="{C2C27191-FBE5-0D7B-8C91-46280EA947D2}"/>
          </ac:spMkLst>
        </pc:spChg>
        <pc:spChg chg="del">
          <ac:chgData name="mehmet gök" userId="S::mehmet.gok1@std.bogazici.edu.tr::15632cb4-26f1-469b-a776-86ac63c7653c" providerId="AD" clId="Web-{B405A4F0-EB82-0430-A5AA-BB8F242172DF}" dt="2025-04-22T21:16:40.796" v="330"/>
          <ac:spMkLst>
            <pc:docMk/>
            <pc:sldMk cId="2749884001" sldId="261"/>
            <ac:spMk id="3" creationId="{522E3F14-7A32-4597-7605-19AB136C9F72}"/>
          </ac:spMkLst>
        </pc:spChg>
        <pc:spChg chg="add mod">
          <ac:chgData name="mehmet gök" userId="S::mehmet.gok1@std.bogazici.edu.tr::15632cb4-26f1-469b-a776-86ac63c7653c" providerId="AD" clId="Web-{B405A4F0-EB82-0430-A5AA-BB8F242172DF}" dt="2025-04-22T22:01:47.650" v="424" actId="20577"/>
          <ac:spMkLst>
            <pc:docMk/>
            <pc:sldMk cId="2749884001" sldId="261"/>
            <ac:spMk id="3" creationId="{9043555B-7A83-2865-6164-939CAA224C86}"/>
          </ac:spMkLst>
        </pc:spChg>
        <pc:spChg chg="add mod">
          <ac:chgData name="mehmet gök" userId="S::mehmet.gok1@std.bogazici.edu.tr::15632cb4-26f1-469b-a776-86ac63c7653c" providerId="AD" clId="Web-{B405A4F0-EB82-0430-A5AA-BB8F242172DF}" dt="2025-04-22T21:59:16.456" v="385" actId="20577"/>
          <ac:spMkLst>
            <pc:docMk/>
            <pc:sldMk cId="2749884001" sldId="261"/>
            <ac:spMk id="5" creationId="{37E3BCA9-C469-F4DB-D262-CDDDB5C89C10}"/>
          </ac:spMkLst>
        </pc:spChg>
        <pc:picChg chg="add mod">
          <ac:chgData name="mehmet gök" userId="S::mehmet.gok1@std.bogazici.edu.tr::15632cb4-26f1-469b-a776-86ac63c7653c" providerId="AD" clId="Web-{B405A4F0-EB82-0430-A5AA-BB8F242172DF}" dt="2025-04-22T22:01:21.633" v="389" actId="1076"/>
          <ac:picMkLst>
            <pc:docMk/>
            <pc:sldMk cId="2749884001" sldId="261"/>
            <ac:picMk id="2" creationId="{59ED82A4-D327-DE59-9425-B1FC8AE036B2}"/>
          </ac:picMkLst>
        </pc:picChg>
      </pc:sldChg>
      <pc:sldChg chg="addSp delSp modSp new">
        <pc:chgData name="mehmet gök" userId="S::mehmet.gok1@std.bogazici.edu.tr::15632cb4-26f1-469b-a776-86ac63c7653c" providerId="AD" clId="Web-{B405A4F0-EB82-0430-A5AA-BB8F242172DF}" dt="2025-04-22T22:03:48.248" v="432" actId="1076"/>
        <pc:sldMkLst>
          <pc:docMk/>
          <pc:sldMk cId="90490972" sldId="262"/>
        </pc:sldMkLst>
        <pc:spChg chg="del">
          <ac:chgData name="mehmet gök" userId="S::mehmet.gok1@std.bogazici.edu.tr::15632cb4-26f1-469b-a776-86ac63c7653c" providerId="AD" clId="Web-{B405A4F0-EB82-0430-A5AA-BB8F242172DF}" dt="2025-04-22T22:02:08.541" v="427"/>
          <ac:spMkLst>
            <pc:docMk/>
            <pc:sldMk cId="90490972" sldId="262"/>
            <ac:spMk id="2" creationId="{852F8EC4-C0B4-1AE3-2BF1-C135275C5778}"/>
          </ac:spMkLst>
        </pc:spChg>
        <pc:spChg chg="del">
          <ac:chgData name="mehmet gök" userId="S::mehmet.gok1@std.bogazici.edu.tr::15632cb4-26f1-469b-a776-86ac63c7653c" providerId="AD" clId="Web-{B405A4F0-EB82-0430-A5AA-BB8F242172DF}" dt="2025-04-22T22:02:08.541" v="426"/>
          <ac:spMkLst>
            <pc:docMk/>
            <pc:sldMk cId="90490972" sldId="262"/>
            <ac:spMk id="3" creationId="{1EE5966A-F00A-D152-0850-32A35DD76F24}"/>
          </ac:spMkLst>
        </pc:spChg>
        <pc:spChg chg="add mod">
          <ac:chgData name="mehmet gök" userId="S::mehmet.gok1@std.bogazici.edu.tr::15632cb4-26f1-469b-a776-86ac63c7653c" providerId="AD" clId="Web-{B405A4F0-EB82-0430-A5AA-BB8F242172DF}" dt="2025-04-22T22:02:15.838" v="429" actId="20577"/>
          <ac:spMkLst>
            <pc:docMk/>
            <pc:sldMk cId="90490972" sldId="262"/>
            <ac:spMk id="5" creationId="{DBA8F5BE-E4C7-74E1-F0B9-6E68796F8DA6}"/>
          </ac:spMkLst>
        </pc:spChg>
        <pc:picChg chg="add mod">
          <ac:chgData name="mehmet gök" userId="S::mehmet.gok1@std.bogazici.edu.tr::15632cb4-26f1-469b-a776-86ac63c7653c" providerId="AD" clId="Web-{B405A4F0-EB82-0430-A5AA-BB8F242172DF}" dt="2025-04-22T22:03:48.248" v="432" actId="1076"/>
          <ac:picMkLst>
            <pc:docMk/>
            <pc:sldMk cId="90490972" sldId="262"/>
            <ac:picMk id="6" creationId="{C6BA89F5-90A8-3C93-35E4-FD4FA9F6E690}"/>
          </ac:picMkLst>
        </pc:picChg>
      </pc:sldChg>
      <pc:sldChg chg="addSp delSp modSp new">
        <pc:chgData name="mehmet gök" userId="S::mehmet.gok1@std.bogazici.edu.tr::15632cb4-26f1-469b-a776-86ac63c7653c" providerId="AD" clId="Web-{B405A4F0-EB82-0430-A5AA-BB8F242172DF}" dt="2025-04-22T22:10:45.363" v="447" actId="14100"/>
        <pc:sldMkLst>
          <pc:docMk/>
          <pc:sldMk cId="2442103432" sldId="263"/>
        </pc:sldMkLst>
        <pc:spChg chg="del">
          <ac:chgData name="mehmet gök" userId="S::mehmet.gok1@std.bogazici.edu.tr::15632cb4-26f1-469b-a776-86ac63c7653c" providerId="AD" clId="Web-{B405A4F0-EB82-0430-A5AA-BB8F242172DF}" dt="2025-04-22T22:10:12.424" v="435"/>
          <ac:spMkLst>
            <pc:docMk/>
            <pc:sldMk cId="2442103432" sldId="263"/>
            <ac:spMk id="2" creationId="{813450FD-AC16-2597-5A37-62DB95941205}"/>
          </ac:spMkLst>
        </pc:spChg>
        <pc:spChg chg="del">
          <ac:chgData name="mehmet gök" userId="S::mehmet.gok1@std.bogazici.edu.tr::15632cb4-26f1-469b-a776-86ac63c7653c" providerId="AD" clId="Web-{B405A4F0-EB82-0430-A5AA-BB8F242172DF}" dt="2025-04-22T22:10:12.424" v="434"/>
          <ac:spMkLst>
            <pc:docMk/>
            <pc:sldMk cId="2442103432" sldId="263"/>
            <ac:spMk id="3" creationId="{46A5A1B1-1D57-92C8-A268-4A4A4B686F17}"/>
          </ac:spMkLst>
        </pc:spChg>
        <pc:spChg chg="add mod">
          <ac:chgData name="mehmet gök" userId="S::mehmet.gok1@std.bogazici.edu.tr::15632cb4-26f1-469b-a776-86ac63c7653c" providerId="AD" clId="Web-{B405A4F0-EB82-0430-A5AA-BB8F242172DF}" dt="2025-04-22T22:10:41.816" v="445" actId="20577"/>
          <ac:spMkLst>
            <pc:docMk/>
            <pc:sldMk cId="2442103432" sldId="263"/>
            <ac:spMk id="6" creationId="{007C1155-348C-1967-74EE-F2010227DB8A}"/>
          </ac:spMkLst>
        </pc:spChg>
        <pc:picChg chg="add mod">
          <ac:chgData name="mehmet gök" userId="S::mehmet.gok1@std.bogazici.edu.tr::15632cb4-26f1-469b-a776-86ac63c7653c" providerId="AD" clId="Web-{B405A4F0-EB82-0430-A5AA-BB8F242172DF}" dt="2025-04-22T22:10:45.363" v="447" actId="14100"/>
          <ac:picMkLst>
            <pc:docMk/>
            <pc:sldMk cId="2442103432" sldId="263"/>
            <ac:picMk id="4" creationId="{EDACB429-F2A4-67F3-FE13-0C90A9EF9E0F}"/>
          </ac:picMkLst>
        </pc:picChg>
      </pc:sldChg>
      <pc:sldChg chg="addSp delSp modSp new">
        <pc:chgData name="mehmet gök" userId="S::mehmet.gok1@std.bogazici.edu.tr::15632cb4-26f1-469b-a776-86ac63c7653c" providerId="AD" clId="Web-{B405A4F0-EB82-0430-A5AA-BB8F242172DF}" dt="2025-04-22T22:25:18.465" v="543" actId="20577"/>
        <pc:sldMkLst>
          <pc:docMk/>
          <pc:sldMk cId="2788901892" sldId="264"/>
        </pc:sldMkLst>
        <pc:spChg chg="del">
          <ac:chgData name="mehmet gök" userId="S::mehmet.gok1@std.bogazici.edu.tr::15632cb4-26f1-469b-a776-86ac63c7653c" providerId="AD" clId="Web-{B405A4F0-EB82-0430-A5AA-BB8F242172DF}" dt="2025-04-22T22:21:45.270" v="450"/>
          <ac:spMkLst>
            <pc:docMk/>
            <pc:sldMk cId="2788901892" sldId="264"/>
            <ac:spMk id="2" creationId="{1AC07D8D-C134-2FF2-9873-3571B88CE017}"/>
          </ac:spMkLst>
        </pc:spChg>
        <pc:spChg chg="del">
          <ac:chgData name="mehmet gök" userId="S::mehmet.gok1@std.bogazici.edu.tr::15632cb4-26f1-469b-a776-86ac63c7653c" providerId="AD" clId="Web-{B405A4F0-EB82-0430-A5AA-BB8F242172DF}" dt="2025-04-22T22:21:45.270" v="449"/>
          <ac:spMkLst>
            <pc:docMk/>
            <pc:sldMk cId="2788901892" sldId="264"/>
            <ac:spMk id="3" creationId="{440039F1-E333-3417-FF47-712106E26D05}"/>
          </ac:spMkLst>
        </pc:spChg>
        <pc:spChg chg="add mod">
          <ac:chgData name="mehmet gök" userId="S::mehmet.gok1@std.bogazici.edu.tr::15632cb4-26f1-469b-a776-86ac63c7653c" providerId="AD" clId="Web-{B405A4F0-EB82-0430-A5AA-BB8F242172DF}" dt="2025-04-22T22:23:17.320" v="482" actId="20577"/>
          <ac:spMkLst>
            <pc:docMk/>
            <pc:sldMk cId="2788901892" sldId="264"/>
            <ac:spMk id="5" creationId="{310DE1F2-FB56-F6C5-0110-AAEBF0068B09}"/>
          </ac:spMkLst>
        </pc:spChg>
        <pc:spChg chg="add mod">
          <ac:chgData name="mehmet gök" userId="S::mehmet.gok1@std.bogazici.edu.tr::15632cb4-26f1-469b-a776-86ac63c7653c" providerId="AD" clId="Web-{B405A4F0-EB82-0430-A5AA-BB8F242172DF}" dt="2025-04-22T22:25:18.465" v="543" actId="20577"/>
          <ac:spMkLst>
            <pc:docMk/>
            <pc:sldMk cId="2788901892" sldId="264"/>
            <ac:spMk id="8" creationId="{BD35877A-B3AC-3616-7D8D-6B7A9299501A}"/>
          </ac:spMkLst>
        </pc:spChg>
        <pc:picChg chg="add mod">
          <ac:chgData name="mehmet gök" userId="S::mehmet.gok1@std.bogazici.edu.tr::15632cb4-26f1-469b-a776-86ac63c7653c" providerId="AD" clId="Web-{B405A4F0-EB82-0430-A5AA-BB8F242172DF}" dt="2025-04-22T22:23:21.117" v="485" actId="1076"/>
          <ac:picMkLst>
            <pc:docMk/>
            <pc:sldMk cId="2788901892" sldId="264"/>
            <ac:picMk id="6" creationId="{80187548-EB69-D835-9002-A9B1EA05A8D6}"/>
          </ac:picMkLst>
        </pc:picChg>
      </pc:sldChg>
      <pc:sldChg chg="addSp delSp modSp new">
        <pc:chgData name="mehmet gök" userId="S::mehmet.gok1@std.bogazici.edu.tr::15632cb4-26f1-469b-a776-86ac63c7653c" providerId="AD" clId="Web-{B405A4F0-EB82-0430-A5AA-BB8F242172DF}" dt="2025-04-22T22:30:27.777" v="574" actId="20577"/>
        <pc:sldMkLst>
          <pc:docMk/>
          <pc:sldMk cId="1914694655" sldId="265"/>
        </pc:sldMkLst>
        <pc:spChg chg="mod">
          <ac:chgData name="mehmet gök" userId="S::mehmet.gok1@std.bogazici.edu.tr::15632cb4-26f1-469b-a776-86ac63c7653c" providerId="AD" clId="Web-{B405A4F0-EB82-0430-A5AA-BB8F242172DF}" dt="2025-04-22T22:23:53.556" v="514" actId="1076"/>
          <ac:spMkLst>
            <pc:docMk/>
            <pc:sldMk cId="1914694655" sldId="265"/>
            <ac:spMk id="2" creationId="{DD76F12B-335E-5678-6E11-4AB0222FB4DD}"/>
          </ac:spMkLst>
        </pc:spChg>
        <pc:spChg chg="del">
          <ac:chgData name="mehmet gök" userId="S::mehmet.gok1@std.bogazici.edu.tr::15632cb4-26f1-469b-a776-86ac63c7653c" providerId="AD" clId="Web-{B405A4F0-EB82-0430-A5AA-BB8F242172DF}" dt="2025-04-22T22:23:51.056" v="513"/>
          <ac:spMkLst>
            <pc:docMk/>
            <pc:sldMk cId="1914694655" sldId="265"/>
            <ac:spMk id="3" creationId="{D509060A-8F8D-B531-E95F-4187511733D8}"/>
          </ac:spMkLst>
        </pc:spChg>
        <pc:spChg chg="add mod">
          <ac:chgData name="mehmet gök" userId="S::mehmet.gok1@std.bogazici.edu.tr::15632cb4-26f1-469b-a776-86ac63c7653c" providerId="AD" clId="Web-{B405A4F0-EB82-0430-A5AA-BB8F242172DF}" dt="2025-04-22T22:30:27.777" v="574" actId="20577"/>
          <ac:spMkLst>
            <pc:docMk/>
            <pc:sldMk cId="1914694655" sldId="265"/>
            <ac:spMk id="6" creationId="{278135B9-B3C4-E3D4-B3B7-A9A2E08AD6CD}"/>
          </ac:spMkLst>
        </pc:spChg>
        <pc:picChg chg="add mod">
          <ac:chgData name="mehmet gök" userId="S::mehmet.gok1@std.bogazici.edu.tr::15632cb4-26f1-469b-a776-86ac63c7653c" providerId="AD" clId="Web-{B405A4F0-EB82-0430-A5AA-BB8F242172DF}" dt="2025-04-22T22:27:58.630" v="547" actId="1076"/>
          <ac:picMkLst>
            <pc:docMk/>
            <pc:sldMk cId="1914694655" sldId="265"/>
            <ac:picMk id="4" creationId="{D4236915-B699-6210-A7F2-B968F940B281}"/>
          </ac:picMkLst>
        </pc:picChg>
        <pc:picChg chg="add mod">
          <ac:chgData name="mehmet gök" userId="S::mehmet.gok1@std.bogazici.edu.tr::15632cb4-26f1-469b-a776-86ac63c7653c" providerId="AD" clId="Web-{B405A4F0-EB82-0430-A5AA-BB8F242172DF}" dt="2025-04-22T22:28:28.803" v="550" actId="1076"/>
          <ac:picMkLst>
            <pc:docMk/>
            <pc:sldMk cId="1914694655" sldId="265"/>
            <ac:picMk id="5" creationId="{53AE5421-92D8-FBDA-4210-600D0E03445D}"/>
          </ac:picMkLst>
        </pc:picChg>
      </pc:sldChg>
      <pc:sldChg chg="addSp delSp modSp new">
        <pc:chgData name="mehmet gök" userId="S::mehmet.gok1@std.bogazici.edu.tr::15632cb4-26f1-469b-a776-86ac63c7653c" providerId="AD" clId="Web-{B405A4F0-EB82-0430-A5AA-BB8F242172DF}" dt="2025-04-22T22:30:48.325" v="585" actId="14100"/>
        <pc:sldMkLst>
          <pc:docMk/>
          <pc:sldMk cId="2166928931" sldId="266"/>
        </pc:sldMkLst>
        <pc:spChg chg="del">
          <ac:chgData name="mehmet gök" userId="S::mehmet.gok1@std.bogazici.edu.tr::15632cb4-26f1-469b-a776-86ac63c7653c" providerId="AD" clId="Web-{B405A4F0-EB82-0430-A5AA-BB8F242172DF}" dt="2025-04-22T22:30:30.434" v="577"/>
          <ac:spMkLst>
            <pc:docMk/>
            <pc:sldMk cId="2166928931" sldId="266"/>
            <ac:spMk id="2" creationId="{FB27A3ED-E562-20BD-C094-B27A2B68CC14}"/>
          </ac:spMkLst>
        </pc:spChg>
        <pc:spChg chg="del">
          <ac:chgData name="mehmet gök" userId="S::mehmet.gok1@std.bogazici.edu.tr::15632cb4-26f1-469b-a776-86ac63c7653c" providerId="AD" clId="Web-{B405A4F0-EB82-0430-A5AA-BB8F242172DF}" dt="2025-04-22T22:30:30.434" v="576"/>
          <ac:spMkLst>
            <pc:docMk/>
            <pc:sldMk cId="2166928931" sldId="266"/>
            <ac:spMk id="3" creationId="{7AE23E2A-ABB9-22DC-4D5C-8D4AC5E051D9}"/>
          </ac:spMkLst>
        </pc:spChg>
        <pc:spChg chg="add mod">
          <ac:chgData name="mehmet gök" userId="S::mehmet.gok1@std.bogazici.edu.tr::15632cb4-26f1-469b-a776-86ac63c7653c" providerId="AD" clId="Web-{B405A4F0-EB82-0430-A5AA-BB8F242172DF}" dt="2025-04-22T22:30:48.325" v="585" actId="14100"/>
          <ac:spMkLst>
            <pc:docMk/>
            <pc:sldMk cId="2166928931" sldId="266"/>
            <ac:spMk id="6" creationId="{28B36F0A-2057-F637-4E72-4F0340F46982}"/>
          </ac:spMkLst>
        </pc:spChg>
        <pc:picChg chg="add mod">
          <ac:chgData name="mehmet gök" userId="S::mehmet.gok1@std.bogazici.edu.tr::15632cb4-26f1-469b-a776-86ac63c7653c" providerId="AD" clId="Web-{B405A4F0-EB82-0430-A5AA-BB8F242172DF}" dt="2025-04-22T22:30:31.309" v="578"/>
          <ac:picMkLst>
            <pc:docMk/>
            <pc:sldMk cId="2166928931" sldId="266"/>
            <ac:picMk id="4" creationId="{668B118F-9548-EE06-8681-28781B2C4D31}"/>
          </ac:picMkLst>
        </pc:picChg>
      </pc:sldChg>
      <pc:sldChg chg="addSp delSp modSp new">
        <pc:chgData name="mehmet gök" userId="S::mehmet.gok1@std.bogazici.edu.tr::15632cb4-26f1-469b-a776-86ac63c7653c" providerId="AD" clId="Web-{B405A4F0-EB82-0430-A5AA-BB8F242172DF}" dt="2025-04-22T22:32:30.735" v="594" actId="1076"/>
        <pc:sldMkLst>
          <pc:docMk/>
          <pc:sldMk cId="1734175767" sldId="267"/>
        </pc:sldMkLst>
        <pc:spChg chg="del">
          <ac:chgData name="mehmet gök" userId="S::mehmet.gok1@std.bogazici.edu.tr::15632cb4-26f1-469b-a776-86ac63c7653c" providerId="AD" clId="Web-{B405A4F0-EB82-0430-A5AA-BB8F242172DF}" dt="2025-04-22T22:30:54.138" v="588"/>
          <ac:spMkLst>
            <pc:docMk/>
            <pc:sldMk cId="1734175767" sldId="267"/>
            <ac:spMk id="2" creationId="{3001696D-9D45-727B-9558-9EB029DA33B6}"/>
          </ac:spMkLst>
        </pc:spChg>
        <pc:spChg chg="del">
          <ac:chgData name="mehmet gök" userId="S::mehmet.gok1@std.bogazici.edu.tr::15632cb4-26f1-469b-a776-86ac63c7653c" providerId="AD" clId="Web-{B405A4F0-EB82-0430-A5AA-BB8F242172DF}" dt="2025-04-22T22:30:54.138" v="587"/>
          <ac:spMkLst>
            <pc:docMk/>
            <pc:sldMk cId="1734175767" sldId="267"/>
            <ac:spMk id="3" creationId="{3CE47455-D526-966E-235A-98DAE86FD433}"/>
          </ac:spMkLst>
        </pc:spChg>
        <pc:spChg chg="add mod">
          <ac:chgData name="mehmet gök" userId="S::mehmet.gok1@std.bogazici.edu.tr::15632cb4-26f1-469b-a776-86ac63c7653c" providerId="AD" clId="Web-{B405A4F0-EB82-0430-A5AA-BB8F242172DF}" dt="2025-04-22T22:31:04.701" v="592" actId="20577"/>
          <ac:spMkLst>
            <pc:docMk/>
            <pc:sldMk cId="1734175767" sldId="267"/>
            <ac:spMk id="5" creationId="{4E51E8D7-347E-6621-390A-7B55C42648A3}"/>
          </ac:spMkLst>
        </pc:spChg>
        <pc:picChg chg="add mod">
          <ac:chgData name="mehmet gök" userId="S::mehmet.gok1@std.bogazici.edu.tr::15632cb4-26f1-469b-a776-86ac63c7653c" providerId="AD" clId="Web-{B405A4F0-EB82-0430-A5AA-BB8F242172DF}" dt="2025-04-22T22:32:30.735" v="594" actId="1076"/>
          <ac:picMkLst>
            <pc:docMk/>
            <pc:sldMk cId="1734175767" sldId="267"/>
            <ac:picMk id="6" creationId="{40985413-8BAB-F0D4-4A86-46A7DDF3A5F1}"/>
          </ac:picMkLst>
        </pc:picChg>
      </pc:sldChg>
      <pc:sldChg chg="addSp delSp modSp new">
        <pc:chgData name="mehmet gök" userId="S::mehmet.gok1@std.bogazici.edu.tr::15632cb4-26f1-469b-a776-86ac63c7653c" providerId="AD" clId="Web-{B405A4F0-EB82-0430-A5AA-BB8F242172DF}" dt="2025-04-22T22:33:50.348" v="633" actId="20577"/>
        <pc:sldMkLst>
          <pc:docMk/>
          <pc:sldMk cId="3869051559" sldId="268"/>
        </pc:sldMkLst>
        <pc:spChg chg="mod">
          <ac:chgData name="mehmet gök" userId="S::mehmet.gok1@std.bogazici.edu.tr::15632cb4-26f1-469b-a776-86ac63c7653c" providerId="AD" clId="Web-{B405A4F0-EB82-0430-A5AA-BB8F242172DF}" dt="2025-04-22T22:32:47.548" v="600" actId="20577"/>
          <ac:spMkLst>
            <pc:docMk/>
            <pc:sldMk cId="3869051559" sldId="268"/>
            <ac:spMk id="2" creationId="{8DCFF620-4C87-D957-2AD0-C6DAD13D846A}"/>
          </ac:spMkLst>
        </pc:spChg>
        <pc:spChg chg="del">
          <ac:chgData name="mehmet gök" userId="S::mehmet.gok1@std.bogazici.edu.tr::15632cb4-26f1-469b-a776-86ac63c7653c" providerId="AD" clId="Web-{B405A4F0-EB82-0430-A5AA-BB8F242172DF}" dt="2025-04-22T22:32:57.205" v="601"/>
          <ac:spMkLst>
            <pc:docMk/>
            <pc:sldMk cId="3869051559" sldId="268"/>
            <ac:spMk id="3" creationId="{D21457A9-1E60-564D-2B70-706566B0F818}"/>
          </ac:spMkLst>
        </pc:spChg>
        <pc:spChg chg="add mod">
          <ac:chgData name="mehmet gök" userId="S::mehmet.gok1@std.bogazici.edu.tr::15632cb4-26f1-469b-a776-86ac63c7653c" providerId="AD" clId="Web-{B405A4F0-EB82-0430-A5AA-BB8F242172DF}" dt="2025-04-22T22:33:50.348" v="633" actId="20577"/>
          <ac:spMkLst>
            <pc:docMk/>
            <pc:sldMk cId="3869051559" sldId="268"/>
            <ac:spMk id="4" creationId="{F2032CE9-728E-4EBC-67E3-24A0D152EA6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9225" y="474663"/>
            <a:ext cx="9144000" cy="1235075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Problems when modelling PV buck converter in </a:t>
            </a:r>
            <a:r>
              <a:rPr lang="en-US" dirty="0" err="1"/>
              <a:t>verilogA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5E9686-E33F-89BD-4EA8-9D191BDD82A0}"/>
              </a:ext>
            </a:extLst>
          </p:cNvPr>
          <p:cNvSpPr txBox="1"/>
          <p:nvPr/>
        </p:nvSpPr>
        <p:spPr>
          <a:xfrm>
            <a:off x="494270" y="3408405"/>
            <a:ext cx="113785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Issue arises from the problem, simple setup in next slide will summarize the problem.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9D41D-2E3A-EDAF-CD8F-17EA82670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5"/>
            <a:ext cx="10515600" cy="515938"/>
          </a:xfrm>
        </p:spPr>
        <p:txBody>
          <a:bodyPr>
            <a:normAutofit fontScale="90000"/>
          </a:bodyPr>
          <a:lstStyle/>
          <a:p>
            <a:r>
              <a:rPr lang="en-US" dirty="0"/>
              <a:t>Setup: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A67C09-4049-2313-2617-4F983F4B22F1}"/>
              </a:ext>
            </a:extLst>
          </p:cNvPr>
          <p:cNvSpPr txBox="1"/>
          <p:nvPr/>
        </p:nvSpPr>
        <p:spPr>
          <a:xfrm>
            <a:off x="189470" y="5608680"/>
            <a:ext cx="1137851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Component values inserted in red text.</a:t>
            </a:r>
            <a:br>
              <a:rPr lang="en-US" dirty="0"/>
            </a:br>
            <a:r>
              <a:rPr lang="en-US" dirty="0"/>
              <a:t>Duty cycle is swept between 0.8 to 0.35</a:t>
            </a:r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180634A6-6B54-C116-C73C-30CE61286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690448"/>
            <a:ext cx="10515600" cy="47341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E24F2D-574E-BE80-4D2C-C7B3E37E6A1F}"/>
              </a:ext>
            </a:extLst>
          </p:cNvPr>
          <p:cNvSpPr txBox="1"/>
          <p:nvPr/>
        </p:nvSpPr>
        <p:spPr>
          <a:xfrm>
            <a:off x="3124199" y="3764434"/>
            <a:ext cx="8173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10mF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82F890-C62A-0AEB-085F-58619DD2A1BB}"/>
              </a:ext>
            </a:extLst>
          </p:cNvPr>
          <p:cNvSpPr txBox="1"/>
          <p:nvPr/>
        </p:nvSpPr>
        <p:spPr>
          <a:xfrm>
            <a:off x="7600949" y="3954934"/>
            <a:ext cx="8173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10V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604502-A8BD-89FC-5CAB-22988515A312}"/>
              </a:ext>
            </a:extLst>
          </p:cNvPr>
          <p:cNvSpPr txBox="1"/>
          <p:nvPr/>
        </p:nvSpPr>
        <p:spPr>
          <a:xfrm>
            <a:off x="7248524" y="2878609"/>
            <a:ext cx="9602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100uH</a:t>
            </a:r>
          </a:p>
        </p:txBody>
      </p:sp>
    </p:spTree>
    <p:extLst>
      <p:ext uri="{BB962C8B-B14F-4D97-AF65-F5344CB8AC3E}">
        <p14:creationId xmlns:p14="http://schemas.microsoft.com/office/powerpoint/2010/main" val="516492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BE672-D1FD-3C4C-21A3-6F8FC0194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5" y="3175"/>
            <a:ext cx="10515600" cy="458788"/>
          </a:xfrm>
        </p:spPr>
        <p:txBody>
          <a:bodyPr>
            <a:normAutofit fontScale="90000"/>
          </a:bodyPr>
          <a:lstStyle/>
          <a:p>
            <a:r>
              <a:rPr lang="en-US" dirty="0"/>
              <a:t>Clocks: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FD52FC-313C-82DC-B299-CC1F5E398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425" y="0"/>
            <a:ext cx="6772275" cy="342900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BCA862-62C3-E051-DC36-E88C9A60D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143" y="3423129"/>
            <a:ext cx="5716045" cy="3122375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F9D0AA-6103-255E-103B-01846BE58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622" y="3433567"/>
            <a:ext cx="5580346" cy="30493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90F91A-5078-F114-6CFE-27E1EB4F1585}"/>
              </a:ext>
            </a:extLst>
          </p:cNvPr>
          <p:cNvSpPr txBox="1"/>
          <p:nvPr/>
        </p:nvSpPr>
        <p:spPr>
          <a:xfrm>
            <a:off x="9034849" y="6950"/>
            <a:ext cx="293473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Duty cycle is swept between 0.8 to 0.35</a:t>
            </a:r>
          </a:p>
          <a:p>
            <a:r>
              <a:rPr lang="en-US" dirty="0"/>
              <a:t>100ns given for nonoverlapping time.</a:t>
            </a:r>
          </a:p>
        </p:txBody>
      </p:sp>
    </p:spTree>
    <p:extLst>
      <p:ext uri="{BB962C8B-B14F-4D97-AF65-F5344CB8AC3E}">
        <p14:creationId xmlns:p14="http://schemas.microsoft.com/office/powerpoint/2010/main" val="2488631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 shot of a graph&#10;&#10;AI-generated content may be incorrect.">
            <a:extLst>
              <a:ext uri="{FF2B5EF4-FFF2-40B4-BE49-F238E27FC236}">
                <a16:creationId xmlns:a16="http://schemas.microsoft.com/office/drawing/2014/main" id="{29897246-E0C0-708C-5CA2-ACDF87B3E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5" y="-3861"/>
            <a:ext cx="7579584" cy="51975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2DBF77-8052-7B09-1769-988D3A715B07}"/>
              </a:ext>
            </a:extLst>
          </p:cNvPr>
          <p:cNvSpPr txBox="1"/>
          <p:nvPr/>
        </p:nvSpPr>
        <p:spPr>
          <a:xfrm>
            <a:off x="4119" y="5186491"/>
            <a:ext cx="551935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As seen on previous slide at 0.5s duty cycle is changing and settling almost take 100ms.</a:t>
            </a:r>
          </a:p>
        </p:txBody>
      </p:sp>
      <p:pic>
        <p:nvPicPr>
          <p:cNvPr id="7" name="Picture 6" descr="A screen shot of a graph&#10;&#10;AI-generated content may be incorrect.">
            <a:extLst>
              <a:ext uri="{FF2B5EF4-FFF2-40B4-BE49-F238E27FC236}">
                <a16:creationId xmlns:a16="http://schemas.microsoft.com/office/drawing/2014/main" id="{BCEA112C-4C03-96F5-EAC3-1B6D0A613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905" y="3770999"/>
            <a:ext cx="6317651" cy="30127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CADED6-C15B-4F54-CE11-2FCA51D6B989}"/>
              </a:ext>
            </a:extLst>
          </p:cNvPr>
          <p:cNvSpPr txBox="1"/>
          <p:nvPr/>
        </p:nvSpPr>
        <p:spPr>
          <a:xfrm>
            <a:off x="7582930" y="3405059"/>
            <a:ext cx="45102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Current Measurement -&gt; </a:t>
            </a:r>
            <a:r>
              <a:rPr lang="en-US" dirty="0" err="1"/>
              <a:t>Iout</a:t>
            </a:r>
          </a:p>
        </p:txBody>
      </p:sp>
    </p:spTree>
    <p:extLst>
      <p:ext uri="{BB962C8B-B14F-4D97-AF65-F5344CB8AC3E}">
        <p14:creationId xmlns:p14="http://schemas.microsoft.com/office/powerpoint/2010/main" val="3699236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E3BCA9-C469-F4DB-D262-CDDDB5C89C10}"/>
              </a:ext>
            </a:extLst>
          </p:cNvPr>
          <p:cNvSpPr txBox="1"/>
          <p:nvPr/>
        </p:nvSpPr>
        <p:spPr>
          <a:xfrm>
            <a:off x="185351" y="0"/>
            <a:ext cx="113785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This much settling can be solved by lowering capacitance at input of PV 10uF, load </a:t>
            </a:r>
            <a:r>
              <a:rPr lang="en-US" dirty="0" err="1"/>
              <a:t>ind</a:t>
            </a:r>
            <a:r>
              <a:rPr lang="en-US" dirty="0"/>
              <a:t> as 10uH.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ED82A4-D327-DE59-9425-B1FC8AE03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371475"/>
            <a:ext cx="8486775" cy="62293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43555B-7A83-2865-6164-939CAA224C86}"/>
              </a:ext>
            </a:extLst>
          </p:cNvPr>
          <p:cNvSpPr txBox="1"/>
          <p:nvPr/>
        </p:nvSpPr>
        <p:spPr>
          <a:xfrm>
            <a:off x="10173729" y="1070918"/>
            <a:ext cx="1647567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When we change those values its ripples are quite high and affect the determination point.</a:t>
            </a:r>
          </a:p>
        </p:txBody>
      </p:sp>
    </p:spTree>
    <p:extLst>
      <p:ext uri="{BB962C8B-B14F-4D97-AF65-F5344CB8AC3E}">
        <p14:creationId xmlns:p14="http://schemas.microsoft.com/office/powerpoint/2010/main" val="2749884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A8F5BE-E4C7-74E1-F0B9-6E68796F8DA6}"/>
              </a:ext>
            </a:extLst>
          </p:cNvPr>
          <p:cNvSpPr txBox="1"/>
          <p:nvPr/>
        </p:nvSpPr>
        <p:spPr>
          <a:xfrm>
            <a:off x="185351" y="0"/>
            <a:ext cx="113785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This much settling can be solved by lowering capacitance at input of PV 10uF, load </a:t>
            </a:r>
            <a:r>
              <a:rPr lang="en-US" dirty="0" err="1"/>
              <a:t>ind</a:t>
            </a:r>
            <a:r>
              <a:rPr lang="en-US" dirty="0"/>
              <a:t> as 100uH.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BA89F5-90A8-3C93-35E4-FD4FA9F6E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775" y="457200"/>
            <a:ext cx="8286750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90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ACB429-F2A4-67F3-FE13-0C90A9EF9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779" y="370702"/>
            <a:ext cx="8111118" cy="64049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7C1155-348C-1967-74EE-F2010227DB8A}"/>
              </a:ext>
            </a:extLst>
          </p:cNvPr>
          <p:cNvSpPr txBox="1"/>
          <p:nvPr/>
        </p:nvSpPr>
        <p:spPr>
          <a:xfrm>
            <a:off x="741405" y="0"/>
            <a:ext cx="113785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Capacitance at input of PV 10mF, load </a:t>
            </a:r>
            <a:r>
              <a:rPr lang="en-US" dirty="0" err="1"/>
              <a:t>ind</a:t>
            </a:r>
            <a:r>
              <a:rPr lang="en-US" dirty="0"/>
              <a:t> as 100uH.</a:t>
            </a:r>
          </a:p>
        </p:txBody>
      </p:sp>
    </p:spTree>
    <p:extLst>
      <p:ext uri="{BB962C8B-B14F-4D97-AF65-F5344CB8AC3E}">
        <p14:creationId xmlns:p14="http://schemas.microsoft.com/office/powerpoint/2010/main" val="2442103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0DE1F2-FB56-F6C5-0110-AAEBF0068B09}"/>
              </a:ext>
            </a:extLst>
          </p:cNvPr>
          <p:cNvSpPr txBox="1"/>
          <p:nvPr/>
        </p:nvSpPr>
        <p:spPr>
          <a:xfrm>
            <a:off x="576648" y="0"/>
            <a:ext cx="113785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But although capacitance at input of PV 10mF, load </a:t>
            </a:r>
            <a:r>
              <a:rPr lang="en-US" dirty="0" err="1"/>
              <a:t>ind</a:t>
            </a:r>
            <a:r>
              <a:rPr lang="en-US" dirty="0"/>
              <a:t> as 100uH. When sweep duty cycle from 0.8 to 0.15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187548-EB69-D835-9002-A9B1EA05A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775" y="331443"/>
            <a:ext cx="8501964" cy="61848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35877A-B3AC-3616-7D8D-6B7A9299501A}"/>
              </a:ext>
            </a:extLst>
          </p:cNvPr>
          <p:cNvSpPr txBox="1"/>
          <p:nvPr/>
        </p:nvSpPr>
        <p:spPr>
          <a:xfrm>
            <a:off x="10173729" y="1070918"/>
            <a:ext cx="1647567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Here we are again :), Undefined model region cause weird things happening</a:t>
            </a:r>
          </a:p>
        </p:txBody>
      </p:sp>
    </p:spTree>
    <p:extLst>
      <p:ext uri="{BB962C8B-B14F-4D97-AF65-F5344CB8AC3E}">
        <p14:creationId xmlns:p14="http://schemas.microsoft.com/office/powerpoint/2010/main" val="2788901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6F12B-335E-5678-6E11-4AB0222FB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20"/>
            <a:ext cx="10515600" cy="1325563"/>
          </a:xfrm>
        </p:spPr>
        <p:txBody>
          <a:bodyPr/>
          <a:lstStyle/>
          <a:p>
            <a:r>
              <a:rPr lang="en-US" dirty="0"/>
              <a:t>Is it good idea to check output current</a:t>
            </a: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4236915-B699-6210-A7F2-B968F940B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716" y="3589638"/>
            <a:ext cx="7120839" cy="3396049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AE5421-92D8-FBDA-4210-600D0E034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5" y="955589"/>
            <a:ext cx="6040653" cy="28873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8135B9-B3C4-E3D4-B3B7-A9A2E08AD6CD}"/>
              </a:ext>
            </a:extLst>
          </p:cNvPr>
          <p:cNvSpPr txBox="1"/>
          <p:nvPr/>
        </p:nvSpPr>
        <p:spPr>
          <a:xfrm>
            <a:off x="6878594" y="1410730"/>
            <a:ext cx="49838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 increased load inductance to 1mH, cap is 10uF</a:t>
            </a:r>
          </a:p>
        </p:txBody>
      </p:sp>
    </p:spTree>
    <p:extLst>
      <p:ext uri="{BB962C8B-B14F-4D97-AF65-F5344CB8AC3E}">
        <p14:creationId xmlns:p14="http://schemas.microsoft.com/office/powerpoint/2010/main" val="1914694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8B118F-9548-EE06-8681-28781B2C4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88" y="1595437"/>
            <a:ext cx="8353425" cy="36671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B36F0A-2057-F637-4E72-4F0340F46982}"/>
              </a:ext>
            </a:extLst>
          </p:cNvPr>
          <p:cNvSpPr txBox="1"/>
          <p:nvPr/>
        </p:nvSpPr>
        <p:spPr>
          <a:xfrm>
            <a:off x="3326026" y="978244"/>
            <a:ext cx="60033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 increased load inductance to 100uH, cap is 10uF</a:t>
            </a:r>
          </a:p>
        </p:txBody>
      </p:sp>
    </p:spTree>
    <p:extLst>
      <p:ext uri="{BB962C8B-B14F-4D97-AF65-F5344CB8AC3E}">
        <p14:creationId xmlns:p14="http://schemas.microsoft.com/office/powerpoint/2010/main" val="2166928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51E8D7-347E-6621-390A-7B55C42648A3}"/>
              </a:ext>
            </a:extLst>
          </p:cNvPr>
          <p:cNvSpPr txBox="1"/>
          <p:nvPr/>
        </p:nvSpPr>
        <p:spPr>
          <a:xfrm>
            <a:off x="3326026" y="978244"/>
            <a:ext cx="60033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 increased load inductance to 100uH, cap is 1mF</a:t>
            </a:r>
          </a:p>
        </p:txBody>
      </p:sp>
      <p:pic>
        <p:nvPicPr>
          <p:cNvPr id="6" name="Picture 5" descr="A screen shot of a graph&#10;&#10;AI-generated content may be incorrect.">
            <a:extLst>
              <a:ext uri="{FF2B5EF4-FFF2-40B4-BE49-F238E27FC236}">
                <a16:creationId xmlns:a16="http://schemas.microsoft.com/office/drawing/2014/main" id="{40985413-8BAB-F0D4-4A86-46A7DDF3A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88" y="1595437"/>
            <a:ext cx="8353425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175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FF620-4C87-D957-2AD0-C6DAD13D8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question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032CE9-728E-4EBC-67E3-24A0D152EA61}"/>
              </a:ext>
            </a:extLst>
          </p:cNvPr>
          <p:cNvSpPr txBox="1"/>
          <p:nvPr/>
        </p:nvSpPr>
        <p:spPr>
          <a:xfrm>
            <a:off x="689918" y="1462216"/>
            <a:ext cx="836140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That much ripple causes wrong states and machine stuck at that points at some points</a:t>
            </a:r>
          </a:p>
        </p:txBody>
      </p:sp>
    </p:spTree>
    <p:extLst>
      <p:ext uri="{BB962C8B-B14F-4D97-AF65-F5344CB8AC3E}">
        <p14:creationId xmlns:p14="http://schemas.microsoft.com/office/powerpoint/2010/main" val="3869051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Problems when modelling PV buck converter in verilogA</vt:lpstr>
      <vt:lpstr>Setup:</vt:lpstr>
      <vt:lpstr>Clocks: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Is it good idea to check output current</vt:lpstr>
      <vt:lpstr>PowerPoint Presentation</vt:lpstr>
      <vt:lpstr>PowerPoint Presentation</vt:lpstr>
      <vt:lpstr>Main question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202</cp:revision>
  <dcterms:created xsi:type="dcterms:W3CDTF">2025-02-17T07:46:45Z</dcterms:created>
  <dcterms:modified xsi:type="dcterms:W3CDTF">2025-04-22T22:33:59Z</dcterms:modified>
</cp:coreProperties>
</file>