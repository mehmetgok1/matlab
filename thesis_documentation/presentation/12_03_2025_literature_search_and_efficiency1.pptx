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D8B74-C804-CE82-5650-DE8FE76BA98C}" v="1131" dt="2025-03-14T09:59:51.065"/>
    <p1510:client id="{7D285189-F9C8-7122-0154-8B44DB8F24D0}" v="169" dt="2025-03-12T19:47:55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ök" userId="S::mehmet.gok1@std.bogazici.edu.tr::15632cb4-26f1-469b-a776-86ac63c7653c" providerId="AD" clId="Web-{BA64DC1E-5DF1-63AE-3540-3E0D311D359C}"/>
    <pc:docChg chg="addSld modSld">
      <pc:chgData name="mehmet gök" userId="S::mehmet.gok1@std.bogazici.edu.tr::15632cb4-26f1-469b-a776-86ac63c7653c" providerId="AD" clId="Web-{BA64DC1E-5DF1-63AE-3540-3E0D311D359C}" dt="2025-02-17T08:01:39.463" v="233" actId="1076"/>
      <pc:docMkLst>
        <pc:docMk/>
      </pc:docMkLst>
      <pc:sldChg chg="delSp modSp">
        <pc:chgData name="mehmet gök" userId="S::mehmet.gok1@std.bogazici.edu.tr::15632cb4-26f1-469b-a776-86ac63c7653c" providerId="AD" clId="Web-{BA64DC1E-5DF1-63AE-3540-3E0D311D359C}" dt="2025-02-17T07:48:06.852" v="18"/>
        <pc:sldMkLst>
          <pc:docMk/>
          <pc:sldMk cId="109857222" sldId="256"/>
        </pc:sldMkLst>
        <pc:spChg chg="mod">
          <ac:chgData name="mehmet gök" userId="S::mehmet.gok1@std.bogazici.edu.tr::15632cb4-26f1-469b-a776-86ac63c7653c" providerId="AD" clId="Web-{BA64DC1E-5DF1-63AE-3540-3E0D311D359C}" dt="2025-02-17T07:48:05.024" v="17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48:06.852" v="18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mehmet gök" userId="S::mehmet.gok1@std.bogazici.edu.tr::15632cb4-26f1-469b-a776-86ac63c7653c" providerId="AD" clId="Web-{BA64DC1E-5DF1-63AE-3540-3E0D311D359C}" dt="2025-02-17T07:55:54.355" v="25" actId="1076"/>
        <pc:sldMkLst>
          <pc:docMk/>
          <pc:sldMk cId="516492567" sldId="257"/>
        </pc:sldMkLst>
        <pc:spChg chg="mod">
          <ac:chgData name="mehmet gök" userId="S::mehmet.gok1@std.bogazici.edu.tr::15632cb4-26f1-469b-a776-86ac63c7653c" providerId="AD" clId="Web-{BA64DC1E-5DF1-63AE-3540-3E0D311D359C}" dt="2025-02-17T07:48:14.337" v="22" actId="14100"/>
          <ac:spMkLst>
            <pc:docMk/>
            <pc:sldMk cId="516492567" sldId="257"/>
            <ac:spMk id="2" creationId="{8829D41D-2E3A-EDAF-CD8F-17EA826700A7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48:15.931" v="23"/>
          <ac:spMkLst>
            <pc:docMk/>
            <pc:sldMk cId="516492567" sldId="257"/>
            <ac:spMk id="3" creationId="{53902DBB-8D87-F222-E959-A4B5F522EC52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7:55:54.355" v="25" actId="1076"/>
          <ac:picMkLst>
            <pc:docMk/>
            <pc:sldMk cId="516492567" sldId="257"/>
            <ac:picMk id="4" creationId="{66D337D4-A811-22EC-D748-3DEFD5560810}"/>
          </ac:picMkLst>
        </pc:picChg>
      </pc:sldChg>
      <pc:sldChg chg="addSp delSp modSp new">
        <pc:chgData name="mehmet gök" userId="S::mehmet.gok1@std.bogazici.edu.tr::15632cb4-26f1-469b-a776-86ac63c7653c" providerId="AD" clId="Web-{BA64DC1E-5DF1-63AE-3540-3E0D311D359C}" dt="2025-02-17T07:59:03.691" v="216" actId="1076"/>
        <pc:sldMkLst>
          <pc:docMk/>
          <pc:sldMk cId="3553902564" sldId="258"/>
        </pc:sldMkLst>
        <pc:spChg chg="mod">
          <ac:chgData name="mehmet gök" userId="S::mehmet.gok1@std.bogazici.edu.tr::15632cb4-26f1-469b-a776-86ac63c7653c" providerId="AD" clId="Web-{BA64DC1E-5DF1-63AE-3540-3E0D311D359C}" dt="2025-02-17T07:56:24.497" v="44" actId="14100"/>
          <ac:spMkLst>
            <pc:docMk/>
            <pc:sldMk cId="3553902564" sldId="258"/>
            <ac:spMk id="2" creationId="{710ADA48-5463-5A73-8E06-DE06DAB11245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56:20.278" v="41"/>
          <ac:spMkLst>
            <pc:docMk/>
            <pc:sldMk cId="3553902564" sldId="258"/>
            <ac:spMk id="3" creationId="{92DF5578-0BEB-984E-0FD7-B9D408FEA07A}"/>
          </ac:spMkLst>
        </pc:spChg>
        <pc:spChg chg="add mod">
          <ac:chgData name="mehmet gök" userId="S::mehmet.gok1@std.bogazici.edu.tr::15632cb4-26f1-469b-a776-86ac63c7653c" providerId="AD" clId="Web-{BA64DC1E-5DF1-63AE-3540-3E0D311D359C}" dt="2025-02-17T07:59:03.691" v="216" actId="1076"/>
          <ac:spMkLst>
            <pc:docMk/>
            <pc:sldMk cId="3553902564" sldId="258"/>
            <ac:spMk id="5" creationId="{B47551EC-75DB-9712-BE0F-E2C3911A05A1}"/>
          </ac:spMkLst>
        </pc:spChg>
        <pc:spChg chg="add mod">
          <ac:chgData name="mehmet gök" userId="S::mehmet.gok1@std.bogazici.edu.tr::15632cb4-26f1-469b-a776-86ac63c7653c" providerId="AD" clId="Web-{BA64DC1E-5DF1-63AE-3540-3E0D311D359C}" dt="2025-02-17T07:58:40.940" v="208" actId="20577"/>
          <ac:spMkLst>
            <pc:docMk/>
            <pc:sldMk cId="3553902564" sldId="258"/>
            <ac:spMk id="7" creationId="{51295DA9-1E32-5ABE-1FEE-A4C194762924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7:58:58.785" v="214" actId="14100"/>
          <ac:picMkLst>
            <pc:docMk/>
            <pc:sldMk cId="3553902564" sldId="258"/>
            <ac:picMk id="4" creationId="{E60FFD3D-190D-F8BC-E459-2ABC05C4E714}"/>
          </ac:picMkLst>
        </pc:picChg>
        <pc:picChg chg="add mod modCrop">
          <ac:chgData name="mehmet gök" userId="S::mehmet.gok1@std.bogazici.edu.tr::15632cb4-26f1-469b-a776-86ac63c7653c" providerId="AD" clId="Web-{BA64DC1E-5DF1-63AE-3540-3E0D311D359C}" dt="2025-02-17T07:59:00.707" v="215" actId="1076"/>
          <ac:picMkLst>
            <pc:docMk/>
            <pc:sldMk cId="3553902564" sldId="258"/>
            <ac:picMk id="6" creationId="{B618780D-4437-1889-6A4E-A4BD2C20E1E9}"/>
          </ac:picMkLst>
        </pc:picChg>
      </pc:sldChg>
      <pc:sldChg chg="addSp delSp modSp new">
        <pc:chgData name="mehmet gök" userId="S::mehmet.gok1@std.bogazici.edu.tr::15632cb4-26f1-469b-a776-86ac63c7653c" providerId="AD" clId="Web-{BA64DC1E-5DF1-63AE-3540-3E0D311D359C}" dt="2025-02-17T08:01:39.463" v="233" actId="1076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BA64DC1E-5DF1-63AE-3540-3E0D311D359C}" dt="2025-02-17T08:01:35.181" v="230" actId="1076"/>
          <ac:spMkLst>
            <pc:docMk/>
            <pc:sldMk cId="2488631531" sldId="259"/>
            <ac:spMk id="2" creationId="{6E5BE672-D1FD-3C4C-21A3-6F8FC01946C3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59:15.161" v="224"/>
          <ac:spMkLst>
            <pc:docMk/>
            <pc:sldMk cId="2488631531" sldId="259"/>
            <ac:spMk id="3" creationId="{5745385E-5BC3-D161-C388-FBF25E0B51A8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8:01:39.463" v="233" actId="1076"/>
          <ac:picMkLst>
            <pc:docMk/>
            <pc:sldMk cId="2488631531" sldId="259"/>
            <ac:picMk id="4" creationId="{C31A041A-A29C-BB05-9F34-3B9EFDA313B2}"/>
          </ac:picMkLst>
        </pc:picChg>
      </pc:sldChg>
    </pc:docChg>
  </pc:docChgLst>
  <pc:docChgLst>
    <pc:chgData name="mehmet gök" userId="S::mehmet.gok1@std.bogazici.edu.tr::15632cb4-26f1-469b-a776-86ac63c7653c" providerId="AD" clId="Web-{7D285189-F9C8-7122-0154-8B44DB8F24D0}"/>
    <pc:docChg chg="modSld">
      <pc:chgData name="mehmet gök" userId="S::mehmet.gok1@std.bogazici.edu.tr::15632cb4-26f1-469b-a776-86ac63c7653c" providerId="AD" clId="Web-{7D285189-F9C8-7122-0154-8B44DB8F24D0}" dt="2025-03-12T19:47:55.909" v="116" actId="1076"/>
      <pc:docMkLst>
        <pc:docMk/>
      </pc:docMkLst>
      <pc:sldChg chg="modSp">
        <pc:chgData name="mehmet gök" userId="S::mehmet.gok1@std.bogazici.edu.tr::15632cb4-26f1-469b-a776-86ac63c7653c" providerId="AD" clId="Web-{7D285189-F9C8-7122-0154-8B44DB8F24D0}" dt="2025-03-12T19:43:00.276" v="11" actId="20577"/>
        <pc:sldMkLst>
          <pc:docMk/>
          <pc:sldMk cId="109857222" sldId="256"/>
        </pc:sldMkLst>
        <pc:spChg chg="mod">
          <ac:chgData name="mehmet gök" userId="S::mehmet.gok1@std.bogazici.edu.tr::15632cb4-26f1-469b-a776-86ac63c7653c" providerId="AD" clId="Web-{7D285189-F9C8-7122-0154-8B44DB8F24D0}" dt="2025-03-12T19:43:00.276" v="1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mehmet gök" userId="S::mehmet.gok1@std.bogazici.edu.tr::15632cb4-26f1-469b-a776-86ac63c7653c" providerId="AD" clId="Web-{7D285189-F9C8-7122-0154-8B44DB8F24D0}" dt="2025-03-12T19:47:55.909" v="116" actId="1076"/>
        <pc:sldMkLst>
          <pc:docMk/>
          <pc:sldMk cId="516492567" sldId="257"/>
        </pc:sldMkLst>
        <pc:spChg chg="del">
          <ac:chgData name="mehmet gök" userId="S::mehmet.gok1@std.bogazici.edu.tr::15632cb4-26f1-469b-a776-86ac63c7653c" providerId="AD" clId="Web-{7D285189-F9C8-7122-0154-8B44DB8F24D0}" dt="2025-03-12T19:43:02.760" v="13"/>
          <ac:spMkLst>
            <pc:docMk/>
            <pc:sldMk cId="516492567" sldId="257"/>
            <ac:spMk id="2" creationId="{8829D41D-2E3A-EDAF-CD8F-17EA826700A7}"/>
          </ac:spMkLst>
        </pc:spChg>
        <pc:spChg chg="add mod">
          <ac:chgData name="mehmet gök" userId="S::mehmet.gok1@std.bogazici.edu.tr::15632cb4-26f1-469b-a776-86ac63c7653c" providerId="AD" clId="Web-{7D285189-F9C8-7122-0154-8B44DB8F24D0}" dt="2025-03-12T19:43:15.198" v="26" actId="14100"/>
          <ac:spMkLst>
            <pc:docMk/>
            <pc:sldMk cId="516492567" sldId="257"/>
            <ac:spMk id="5" creationId="{C25972E9-E2EC-6591-D4B1-C1872F318199}"/>
          </ac:spMkLst>
        </pc:spChg>
        <pc:spChg chg="add mod">
          <ac:chgData name="mehmet gök" userId="S::mehmet.gok1@std.bogazici.edu.tr::15632cb4-26f1-469b-a776-86ac63c7653c" providerId="AD" clId="Web-{7D285189-F9C8-7122-0154-8B44DB8F24D0}" dt="2025-03-12T19:47:51.815" v="113" actId="1076"/>
          <ac:spMkLst>
            <pc:docMk/>
            <pc:sldMk cId="516492567" sldId="257"/>
            <ac:spMk id="6" creationId="{BC034D47-7495-AADF-F7DA-7E9B84FC8577}"/>
          </ac:spMkLst>
        </pc:spChg>
        <pc:spChg chg="add mod">
          <ac:chgData name="mehmet gök" userId="S::mehmet.gok1@std.bogazici.edu.tr::15632cb4-26f1-469b-a776-86ac63c7653c" providerId="AD" clId="Web-{7D285189-F9C8-7122-0154-8B44DB8F24D0}" dt="2025-03-12T19:47:55.909" v="116" actId="1076"/>
          <ac:spMkLst>
            <pc:docMk/>
            <pc:sldMk cId="516492567" sldId="257"/>
            <ac:spMk id="9" creationId="{F6D81E66-3421-2AAF-2600-F041CE32A519}"/>
          </ac:spMkLst>
        </pc:spChg>
        <pc:spChg chg="add mod">
          <ac:chgData name="mehmet gök" userId="S::mehmet.gok1@std.bogazici.edu.tr::15632cb4-26f1-469b-a776-86ac63c7653c" providerId="AD" clId="Web-{7D285189-F9C8-7122-0154-8B44DB8F24D0}" dt="2025-03-12T19:47:49.877" v="112" actId="1076"/>
          <ac:spMkLst>
            <pc:docMk/>
            <pc:sldMk cId="516492567" sldId="257"/>
            <ac:spMk id="10" creationId="{B2559AD9-7D31-87E0-66D3-F1F16B59871E}"/>
          </ac:spMkLst>
        </pc:spChg>
        <pc:picChg chg="del">
          <ac:chgData name="mehmet gök" userId="S::mehmet.gok1@std.bogazici.edu.tr::15632cb4-26f1-469b-a776-86ac63c7653c" providerId="AD" clId="Web-{7D285189-F9C8-7122-0154-8B44DB8F24D0}" dt="2025-03-12T19:43:02.182" v="12"/>
          <ac:picMkLst>
            <pc:docMk/>
            <pc:sldMk cId="516492567" sldId="257"/>
            <ac:picMk id="4" creationId="{66D337D4-A811-22EC-D748-3DEFD5560810}"/>
          </ac:picMkLst>
        </pc:picChg>
        <pc:picChg chg="add mod">
          <ac:chgData name="mehmet gök" userId="S::mehmet.gok1@std.bogazici.edu.tr::15632cb4-26f1-469b-a776-86ac63c7653c" providerId="AD" clId="Web-{7D285189-F9C8-7122-0154-8B44DB8F24D0}" dt="2025-03-12T19:47:51.831" v="114" actId="1076"/>
          <ac:picMkLst>
            <pc:docMk/>
            <pc:sldMk cId="516492567" sldId="257"/>
            <ac:picMk id="7" creationId="{2E00751F-D7C6-A21D-6A8F-8DBD70A8EEB8}"/>
          </ac:picMkLst>
        </pc:picChg>
        <pc:picChg chg="add mod">
          <ac:chgData name="mehmet gök" userId="S::mehmet.gok1@std.bogazici.edu.tr::15632cb4-26f1-469b-a776-86ac63c7653c" providerId="AD" clId="Web-{7D285189-F9C8-7122-0154-8B44DB8F24D0}" dt="2025-03-12T19:47:55.909" v="115" actId="1076"/>
          <ac:picMkLst>
            <pc:docMk/>
            <pc:sldMk cId="516492567" sldId="257"/>
            <ac:picMk id="8" creationId="{938E5C3E-31C2-796A-4B30-D302C5687B17}"/>
          </ac:picMkLst>
        </pc:picChg>
      </pc:sldChg>
      <pc:sldChg chg="addSp delSp modSp">
        <pc:chgData name="mehmet gök" userId="S::mehmet.gok1@std.bogazici.edu.tr::15632cb4-26f1-469b-a776-86ac63c7653c" providerId="AD" clId="Web-{7D285189-F9C8-7122-0154-8B44DB8F24D0}" dt="2025-03-12T19:43:03.823" v="14"/>
        <pc:sldMkLst>
          <pc:docMk/>
          <pc:sldMk cId="2488631531" sldId="259"/>
        </pc:sldMkLst>
        <pc:spChg chg="del">
          <ac:chgData name="mehmet gök" userId="S::mehmet.gok1@std.bogazici.edu.tr::15632cb4-26f1-469b-a776-86ac63c7653c" providerId="AD" clId="Web-{7D285189-F9C8-7122-0154-8B44DB8F24D0}" dt="2025-03-12T19:43:03.823" v="14"/>
          <ac:spMkLst>
            <pc:docMk/>
            <pc:sldMk cId="2488631531" sldId="259"/>
            <ac:spMk id="2" creationId="{6E5BE672-D1FD-3C4C-21A3-6F8FC01946C3}"/>
          </ac:spMkLst>
        </pc:spChg>
        <pc:spChg chg="add mod">
          <ac:chgData name="mehmet gök" userId="S::mehmet.gok1@std.bogazici.edu.tr::15632cb4-26f1-469b-a776-86ac63c7653c" providerId="AD" clId="Web-{7D285189-F9C8-7122-0154-8B44DB8F24D0}" dt="2025-03-12T19:43:03.823" v="14"/>
          <ac:spMkLst>
            <pc:docMk/>
            <pc:sldMk cId="2488631531" sldId="259"/>
            <ac:spMk id="4" creationId="{9E5328AC-6501-8A99-22F4-D8732DF93533}"/>
          </ac:spMkLst>
        </pc:spChg>
      </pc:sldChg>
    </pc:docChg>
  </pc:docChgLst>
  <pc:docChgLst>
    <pc:chgData name="mehmet gök" userId="S::mehmet.gok1@std.bogazici.edu.tr::15632cb4-26f1-469b-a776-86ac63c7653c" providerId="AD" clId="Web-{2FAD8B74-C804-CE82-5650-DE8FE76BA98C}"/>
    <pc:docChg chg="addSld modSld">
      <pc:chgData name="mehmet gök" userId="S::mehmet.gok1@std.bogazici.edu.tr::15632cb4-26f1-469b-a776-86ac63c7653c" providerId="AD" clId="Web-{2FAD8B74-C804-CE82-5650-DE8FE76BA98C}" dt="2025-03-14T09:59:47.940" v="665" actId="20577"/>
      <pc:docMkLst>
        <pc:docMk/>
      </pc:docMkLst>
      <pc:sldChg chg="addSp delSp">
        <pc:chgData name="mehmet gök" userId="S::mehmet.gok1@std.bogazici.edu.tr::15632cb4-26f1-469b-a776-86ac63c7653c" providerId="AD" clId="Web-{2FAD8B74-C804-CE82-5650-DE8FE76BA98C}" dt="2025-03-14T08:39:11.521" v="44"/>
        <pc:sldMkLst>
          <pc:docMk/>
          <pc:sldMk cId="516492567" sldId="257"/>
        </pc:sldMkLst>
        <pc:spChg chg="add del">
          <ac:chgData name="mehmet gök" userId="S::mehmet.gok1@std.bogazici.edu.tr::15632cb4-26f1-469b-a776-86ac63c7653c" providerId="AD" clId="Web-{2FAD8B74-C804-CE82-5650-DE8FE76BA98C}" dt="2025-03-14T08:39:11.521" v="44"/>
          <ac:spMkLst>
            <pc:docMk/>
            <pc:sldMk cId="516492567" sldId="257"/>
            <ac:spMk id="3" creationId="{5E898650-EF32-49B5-FFEC-6A1DD8063236}"/>
          </ac:spMkLst>
        </pc:spChg>
      </pc:sldChg>
      <pc:sldChg chg="addSp delSp modSp">
        <pc:chgData name="mehmet gök" userId="S::mehmet.gok1@std.bogazici.edu.tr::15632cb4-26f1-469b-a776-86ac63c7653c" providerId="AD" clId="Web-{2FAD8B74-C804-CE82-5650-DE8FE76BA98C}" dt="2025-03-14T08:40:45.868" v="122" actId="20577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2FAD8B74-C804-CE82-5650-DE8FE76BA98C}" dt="2025-03-14T08:39:33.662" v="62" actId="1076"/>
          <ac:spMkLst>
            <pc:docMk/>
            <pc:sldMk cId="2488631531" sldId="259"/>
            <ac:spMk id="4" creationId="{9E5328AC-6501-8A99-22F4-D8732DF93533}"/>
          </ac:spMkLst>
        </pc:spChg>
        <pc:spChg chg="add del mod">
          <ac:chgData name="mehmet gök" userId="S::mehmet.gok1@std.bogazici.edu.tr::15632cb4-26f1-469b-a776-86ac63c7653c" providerId="AD" clId="Web-{2FAD8B74-C804-CE82-5650-DE8FE76BA98C}" dt="2025-03-14T08:39:01.208" v="40"/>
          <ac:spMkLst>
            <pc:docMk/>
            <pc:sldMk cId="2488631531" sldId="259"/>
            <ac:spMk id="5" creationId="{F1FF0B02-92EB-F396-AFF7-8E28C246CCC3}"/>
          </ac:spMkLst>
        </pc:spChg>
        <pc:spChg chg="add del">
          <ac:chgData name="mehmet gök" userId="S::mehmet.gok1@std.bogazici.edu.tr::15632cb4-26f1-469b-a776-86ac63c7653c" providerId="AD" clId="Web-{2FAD8B74-C804-CE82-5650-DE8FE76BA98C}" dt="2025-03-14T08:39:06.692" v="42"/>
          <ac:spMkLst>
            <pc:docMk/>
            <pc:sldMk cId="2488631531" sldId="259"/>
            <ac:spMk id="7" creationId="{6AD98F74-C8CB-1FD4-15C4-F361E08C3D3E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0:45.868" v="122" actId="20577"/>
          <ac:spMkLst>
            <pc:docMk/>
            <pc:sldMk cId="2488631531" sldId="259"/>
            <ac:spMk id="8" creationId="{B779056F-4A34-ECA5-65CD-F9DB236AF1CE}"/>
          </ac:spMkLst>
        </pc:spChg>
        <pc:picChg chg="add del mod">
          <ac:chgData name="mehmet gök" userId="S::mehmet.gok1@std.bogazici.edu.tr::15632cb4-26f1-469b-a776-86ac63c7653c" providerId="AD" clId="Web-{2FAD8B74-C804-CE82-5650-DE8FE76BA98C}" dt="2025-03-14T08:38:40.426" v="26"/>
          <ac:picMkLst>
            <pc:docMk/>
            <pc:sldMk cId="2488631531" sldId="259"/>
            <ac:picMk id="2" creationId="{563B54EA-EAB9-5F0C-CA5D-6507D122241C}"/>
          </ac:picMkLst>
        </pc:picChg>
      </pc:sldChg>
      <pc:sldChg chg="addSp delSp modSp new">
        <pc:chgData name="mehmet gök" userId="S::mehmet.gok1@std.bogazici.edu.tr::15632cb4-26f1-469b-a776-86ac63c7653c" providerId="AD" clId="Web-{2FAD8B74-C804-CE82-5650-DE8FE76BA98C}" dt="2025-03-14T08:42:11.918" v="162" actId="20577"/>
        <pc:sldMkLst>
          <pc:docMk/>
          <pc:sldMk cId="239168999" sldId="260"/>
        </pc:sldMkLst>
        <pc:spChg chg="del">
          <ac:chgData name="mehmet gök" userId="S::mehmet.gok1@std.bogazici.edu.tr::15632cb4-26f1-469b-a776-86ac63c7653c" providerId="AD" clId="Web-{2FAD8B74-C804-CE82-5650-DE8FE76BA98C}" dt="2025-03-14T08:38:46.113" v="31"/>
          <ac:spMkLst>
            <pc:docMk/>
            <pc:sldMk cId="239168999" sldId="260"/>
            <ac:spMk id="2" creationId="{D4B36EBF-EAA1-B66E-7909-795EA79CDD1C}"/>
          </ac:spMkLst>
        </pc:spChg>
        <pc:spChg chg="add del">
          <ac:chgData name="mehmet gök" userId="S::mehmet.gok1@std.bogazici.edu.tr::15632cb4-26f1-469b-a776-86ac63c7653c" providerId="AD" clId="Web-{2FAD8B74-C804-CE82-5650-DE8FE76BA98C}" dt="2025-03-14T08:38:46.113" v="30"/>
          <ac:spMkLst>
            <pc:docMk/>
            <pc:sldMk cId="239168999" sldId="260"/>
            <ac:spMk id="3" creationId="{4E5E96B0-1A6D-A291-688D-7A500102E068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0:56.681" v="126" actId="20577"/>
          <ac:spMkLst>
            <pc:docMk/>
            <pc:sldMk cId="239168999" sldId="260"/>
            <ac:spMk id="7" creationId="{80CC92DB-0950-B54A-5985-FBFF9B84EB40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2:11.918" v="162" actId="20577"/>
          <ac:spMkLst>
            <pc:docMk/>
            <pc:sldMk cId="239168999" sldId="260"/>
            <ac:spMk id="9" creationId="{F8CB6FA6-D09B-5017-58AF-B698AF29469C}"/>
          </ac:spMkLst>
        </pc:spChg>
        <pc:picChg chg="add del mod ord">
          <ac:chgData name="mehmet gök" userId="S::mehmet.gok1@std.bogazici.edu.tr::15632cb4-26f1-469b-a776-86ac63c7653c" providerId="AD" clId="Web-{2FAD8B74-C804-CE82-5650-DE8FE76BA98C}" dt="2025-03-14T08:38:44.520" v="29"/>
          <ac:picMkLst>
            <pc:docMk/>
            <pc:sldMk cId="239168999" sldId="260"/>
            <ac:picMk id="4" creationId="{7CCADA28-16D3-9B93-61D9-086A3BA26508}"/>
          </ac:picMkLst>
        </pc:picChg>
        <pc:picChg chg="add mod">
          <ac:chgData name="mehmet gök" userId="S::mehmet.gok1@std.bogazici.edu.tr::15632cb4-26f1-469b-a776-86ac63c7653c" providerId="AD" clId="Web-{2FAD8B74-C804-CE82-5650-DE8FE76BA98C}" dt="2025-03-14T08:41:00.665" v="127" actId="1076"/>
          <ac:picMkLst>
            <pc:docMk/>
            <pc:sldMk cId="239168999" sldId="260"/>
            <ac:picMk id="5" creationId="{65FD18D7-FB52-C3F9-D805-A3A0CAA699CA}"/>
          </ac:picMkLst>
        </pc:picChg>
      </pc:sldChg>
      <pc:sldChg chg="addSp delSp modSp new">
        <pc:chgData name="mehmet gök" userId="S::mehmet.gok1@std.bogazici.edu.tr::15632cb4-26f1-469b-a776-86ac63c7653c" providerId="AD" clId="Web-{2FAD8B74-C804-CE82-5650-DE8FE76BA98C}" dt="2025-03-14T08:49:42.123" v="373" actId="1076"/>
        <pc:sldMkLst>
          <pc:docMk/>
          <pc:sldMk cId="474153353" sldId="261"/>
        </pc:sldMkLst>
        <pc:spChg chg="mod">
          <ac:chgData name="mehmet gök" userId="S::mehmet.gok1@std.bogazici.edu.tr::15632cb4-26f1-469b-a776-86ac63c7653c" providerId="AD" clId="Web-{2FAD8B74-C804-CE82-5650-DE8FE76BA98C}" dt="2025-03-14T08:42:37.513" v="182" actId="14100"/>
          <ac:spMkLst>
            <pc:docMk/>
            <pc:sldMk cId="474153353" sldId="261"/>
            <ac:spMk id="2" creationId="{9A66DF71-DFF3-89D2-0039-FC8F116390DC}"/>
          </ac:spMkLst>
        </pc:spChg>
        <pc:spChg chg="del">
          <ac:chgData name="mehmet gök" userId="S::mehmet.gok1@std.bogazici.edu.tr::15632cb4-26f1-469b-a776-86ac63c7653c" providerId="AD" clId="Web-{2FAD8B74-C804-CE82-5650-DE8FE76BA98C}" dt="2025-03-14T08:42:35.513" v="181"/>
          <ac:spMkLst>
            <pc:docMk/>
            <pc:sldMk cId="474153353" sldId="261"/>
            <ac:spMk id="3" creationId="{B1380378-2AE3-467A-C661-F55C1473D96B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3:48.359" v="269" actId="20577"/>
          <ac:spMkLst>
            <pc:docMk/>
            <pc:sldMk cId="474153353" sldId="261"/>
            <ac:spMk id="5" creationId="{08C29E2D-F0AC-0DA8-338C-22962A96F6AA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7:42.665" v="336" actId="14100"/>
          <ac:spMkLst>
            <pc:docMk/>
            <pc:sldMk cId="474153353" sldId="261"/>
            <ac:spMk id="6" creationId="{AD68DF93-5F3E-289B-5885-05426AC49A2E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9:42.123" v="373" actId="1076"/>
          <ac:spMkLst>
            <pc:docMk/>
            <pc:sldMk cId="474153353" sldId="261"/>
            <ac:spMk id="8" creationId="{2FADE317-701C-6E70-B372-E53CF335E777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8:01.259" v="354" actId="20577"/>
          <ac:spMkLst>
            <pc:docMk/>
            <pc:sldMk cId="474153353" sldId="261"/>
            <ac:spMk id="10" creationId="{F8BD7FAB-9918-16FE-58F4-169A2F455542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8:21.135" v="359" actId="1076"/>
          <ac:spMkLst>
            <pc:docMk/>
            <pc:sldMk cId="474153353" sldId="261"/>
            <ac:spMk id="11" creationId="{F601F28A-A9CE-1C7B-6ECE-78FF48839AB8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8:48:48.433" v="366" actId="1076"/>
          <ac:spMkLst>
            <pc:docMk/>
            <pc:sldMk cId="474153353" sldId="261"/>
            <ac:spMk id="12" creationId="{C5CC3E51-6E34-841A-B45C-D117875688D8}"/>
          </ac:spMkLst>
        </pc:spChg>
        <pc:picChg chg="add mod">
          <ac:chgData name="mehmet gök" userId="S::mehmet.gok1@std.bogazici.edu.tr::15632cb4-26f1-469b-a776-86ac63c7653c" providerId="AD" clId="Web-{2FAD8B74-C804-CE82-5650-DE8FE76BA98C}" dt="2025-03-14T08:44:57.909" v="298" actId="1076"/>
          <ac:picMkLst>
            <pc:docMk/>
            <pc:sldMk cId="474153353" sldId="261"/>
            <ac:picMk id="7" creationId="{76142590-A260-7811-CF28-FC00004C48FF}"/>
          </ac:picMkLst>
        </pc:picChg>
        <pc:picChg chg="add mod">
          <ac:chgData name="mehmet gök" userId="S::mehmet.gok1@std.bogazici.edu.tr::15632cb4-26f1-469b-a776-86ac63c7653c" providerId="AD" clId="Web-{2FAD8B74-C804-CE82-5650-DE8FE76BA98C}" dt="2025-03-14T08:47:29.133" v="334" actId="14100"/>
          <ac:picMkLst>
            <pc:docMk/>
            <pc:sldMk cId="474153353" sldId="261"/>
            <ac:picMk id="9" creationId="{F2CF784C-4FB4-35D6-547F-F650C511AB78}"/>
          </ac:picMkLst>
        </pc:picChg>
        <pc:picChg chg="add del mod">
          <ac:chgData name="mehmet gök" userId="S::mehmet.gok1@std.bogazici.edu.tr::15632cb4-26f1-469b-a776-86ac63c7653c" providerId="AD" clId="Web-{2FAD8B74-C804-CE82-5650-DE8FE76BA98C}" dt="2025-03-14T08:49:23.232" v="370"/>
          <ac:picMkLst>
            <pc:docMk/>
            <pc:sldMk cId="474153353" sldId="261"/>
            <ac:picMk id="13" creationId="{D0B00FBD-AE03-BA23-2B54-DDA431FE573A}"/>
          </ac:picMkLst>
        </pc:picChg>
        <pc:picChg chg="add mod">
          <ac:chgData name="mehmet gök" userId="S::mehmet.gok1@std.bogazici.edu.tr::15632cb4-26f1-469b-a776-86ac63c7653c" providerId="AD" clId="Web-{2FAD8B74-C804-CE82-5650-DE8FE76BA98C}" dt="2025-03-14T08:49:38.997" v="372" actId="1076"/>
          <ac:picMkLst>
            <pc:docMk/>
            <pc:sldMk cId="474153353" sldId="261"/>
            <ac:picMk id="14" creationId="{71D6B018-01A1-D745-B527-A91129C051FE}"/>
          </ac:picMkLst>
        </pc:picChg>
      </pc:sldChg>
      <pc:sldChg chg="addSp delSp modSp new">
        <pc:chgData name="mehmet gök" userId="S::mehmet.gok1@std.bogazici.edu.tr::15632cb4-26f1-469b-a776-86ac63c7653c" providerId="AD" clId="Web-{2FAD8B74-C804-CE82-5650-DE8FE76BA98C}" dt="2025-03-14T09:54:06.791" v="431" actId="20577"/>
        <pc:sldMkLst>
          <pc:docMk/>
          <pc:sldMk cId="2557287915" sldId="262"/>
        </pc:sldMkLst>
        <pc:spChg chg="mod">
          <ac:chgData name="mehmet gök" userId="S::mehmet.gok1@std.bogazici.edu.tr::15632cb4-26f1-469b-a776-86ac63c7653c" providerId="AD" clId="Web-{2FAD8B74-C804-CE82-5650-DE8FE76BA98C}" dt="2025-03-14T09:53:09.008" v="391" actId="14100"/>
          <ac:spMkLst>
            <pc:docMk/>
            <pc:sldMk cId="2557287915" sldId="262"/>
            <ac:spMk id="2" creationId="{EDD61197-351E-8EE9-8265-5E7C303F3FE7}"/>
          </ac:spMkLst>
        </pc:spChg>
        <pc:spChg chg="del">
          <ac:chgData name="mehmet gök" userId="S::mehmet.gok1@std.bogazici.edu.tr::15632cb4-26f1-469b-a776-86ac63c7653c" providerId="AD" clId="Web-{2FAD8B74-C804-CE82-5650-DE8FE76BA98C}" dt="2025-03-14T08:50:01.311" v="386"/>
          <ac:spMkLst>
            <pc:docMk/>
            <pc:sldMk cId="2557287915" sldId="262"/>
            <ac:spMk id="3" creationId="{0D453542-6AAD-225F-D881-EB62C18BE360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9:54:06.791" v="431" actId="20577"/>
          <ac:spMkLst>
            <pc:docMk/>
            <pc:sldMk cId="2557287915" sldId="262"/>
            <ac:spMk id="5" creationId="{5F4462BD-02E2-8310-B66D-92EBB6482B34}"/>
          </ac:spMkLst>
        </pc:spChg>
        <pc:picChg chg="add mod">
          <ac:chgData name="mehmet gök" userId="S::mehmet.gok1@std.bogazici.edu.tr::15632cb4-26f1-469b-a776-86ac63c7653c" providerId="AD" clId="Web-{2FAD8B74-C804-CE82-5650-DE8FE76BA98C}" dt="2025-03-14T09:53:47.822" v="412" actId="14100"/>
          <ac:picMkLst>
            <pc:docMk/>
            <pc:sldMk cId="2557287915" sldId="262"/>
            <ac:picMk id="3" creationId="{53FAA072-37F2-4F7E-E8E9-69F48CAC7AA0}"/>
          </ac:picMkLst>
        </pc:picChg>
      </pc:sldChg>
      <pc:sldChg chg="addSp delSp modSp new">
        <pc:chgData name="mehmet gök" userId="S::mehmet.gok1@std.bogazici.edu.tr::15632cb4-26f1-469b-a776-86ac63c7653c" providerId="AD" clId="Web-{2FAD8B74-C804-CE82-5650-DE8FE76BA98C}" dt="2025-03-14T09:59:47.940" v="665" actId="20577"/>
        <pc:sldMkLst>
          <pc:docMk/>
          <pc:sldMk cId="3814806936" sldId="263"/>
        </pc:sldMkLst>
        <pc:spChg chg="mod">
          <ac:chgData name="mehmet gök" userId="S::mehmet.gok1@std.bogazici.edu.tr::15632cb4-26f1-469b-a776-86ac63c7653c" providerId="AD" clId="Web-{2FAD8B74-C804-CE82-5650-DE8FE76BA98C}" dt="2025-03-14T09:59:47.940" v="665" actId="20577"/>
          <ac:spMkLst>
            <pc:docMk/>
            <pc:sldMk cId="3814806936" sldId="263"/>
            <ac:spMk id="2" creationId="{66E84CC6-399B-6FC1-7BE2-D897E7C86F21}"/>
          </ac:spMkLst>
        </pc:spChg>
        <pc:spChg chg="del">
          <ac:chgData name="mehmet gök" userId="S::mehmet.gok1@std.bogazici.edu.tr::15632cb4-26f1-469b-a776-86ac63c7653c" providerId="AD" clId="Web-{2FAD8B74-C804-CE82-5650-DE8FE76BA98C}" dt="2025-03-14T09:54:24.463" v="454"/>
          <ac:spMkLst>
            <pc:docMk/>
            <pc:sldMk cId="3814806936" sldId="263"/>
            <ac:spMk id="3" creationId="{F922F191-C84D-9CB0-E5B8-4D2A50F0556A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9:59:45.690" v="664" actId="20577"/>
          <ac:spMkLst>
            <pc:docMk/>
            <pc:sldMk cId="3814806936" sldId="263"/>
            <ac:spMk id="6" creationId="{9B9EB153-E326-D407-DD93-6D6E8923B4A5}"/>
          </ac:spMkLst>
        </pc:spChg>
        <pc:picChg chg="add mod">
          <ac:chgData name="mehmet gök" userId="S::mehmet.gok1@std.bogazici.edu.tr::15632cb4-26f1-469b-a776-86ac63c7653c" providerId="AD" clId="Web-{2FAD8B74-C804-CE82-5650-DE8FE76BA98C}" dt="2025-03-14T09:54:54.933" v="458" actId="1076"/>
          <ac:picMkLst>
            <pc:docMk/>
            <pc:sldMk cId="3814806936" sldId="263"/>
            <ac:picMk id="4" creationId="{E528A160-BA3C-C3D3-22F2-B4BEA1374D07}"/>
          </ac:picMkLst>
        </pc:picChg>
      </pc:sldChg>
      <pc:sldChg chg="addSp delSp modSp new">
        <pc:chgData name="mehmet gök" userId="S::mehmet.gok1@std.bogazici.edu.tr::15632cb4-26f1-469b-a776-86ac63c7653c" providerId="AD" clId="Web-{2FAD8B74-C804-CE82-5650-DE8FE76BA98C}" dt="2025-03-14T09:58:07.250" v="559" actId="20577"/>
        <pc:sldMkLst>
          <pc:docMk/>
          <pc:sldMk cId="3897973978" sldId="264"/>
        </pc:sldMkLst>
        <pc:spChg chg="mod">
          <ac:chgData name="mehmet gök" userId="S::mehmet.gok1@std.bogazici.edu.tr::15632cb4-26f1-469b-a776-86ac63c7653c" providerId="AD" clId="Web-{2FAD8B74-C804-CE82-5650-DE8FE76BA98C}" dt="2025-03-14T09:55:30.824" v="483" actId="20577"/>
          <ac:spMkLst>
            <pc:docMk/>
            <pc:sldMk cId="3897973978" sldId="264"/>
            <ac:spMk id="2" creationId="{1E39C8BD-89FB-124C-FA30-7FB41117196C}"/>
          </ac:spMkLst>
        </pc:spChg>
        <pc:spChg chg="del">
          <ac:chgData name="mehmet gök" userId="S::mehmet.gok1@std.bogazici.edu.tr::15632cb4-26f1-469b-a776-86ac63c7653c" providerId="AD" clId="Web-{2FAD8B74-C804-CE82-5650-DE8FE76BA98C}" dt="2025-03-14T09:55:25.496" v="481"/>
          <ac:spMkLst>
            <pc:docMk/>
            <pc:sldMk cId="3897973978" sldId="264"/>
            <ac:spMk id="3" creationId="{790DF05F-92D7-CFA8-8E55-801C0FE4873B}"/>
          </ac:spMkLst>
        </pc:spChg>
        <pc:spChg chg="add mod">
          <ac:chgData name="mehmet gök" userId="S::mehmet.gok1@std.bogazici.edu.tr::15632cb4-26f1-469b-a776-86ac63c7653c" providerId="AD" clId="Web-{2FAD8B74-C804-CE82-5650-DE8FE76BA98C}" dt="2025-03-14T09:58:07.250" v="559" actId="20577"/>
          <ac:spMkLst>
            <pc:docMk/>
            <pc:sldMk cId="3897973978" sldId="264"/>
            <ac:spMk id="6" creationId="{2945B7BE-2D5F-0C6B-F4EB-D2A3003BFA97}"/>
          </ac:spMkLst>
        </pc:spChg>
        <pc:picChg chg="add mod">
          <ac:chgData name="mehmet gök" userId="S::mehmet.gok1@std.bogazici.edu.tr::15632cb4-26f1-469b-a776-86ac63c7653c" providerId="AD" clId="Web-{2FAD8B74-C804-CE82-5650-DE8FE76BA98C}" dt="2025-03-14T09:56:50.889" v="487" actId="1076"/>
          <ac:picMkLst>
            <pc:docMk/>
            <pc:sldMk cId="3897973978" sldId="264"/>
            <ac:picMk id="4" creationId="{CA2AB3C1-B10E-31FC-03FD-186210ABC744}"/>
          </ac:picMkLst>
        </pc:picChg>
      </pc:sldChg>
    </pc:docChg>
  </pc:docChgLst>
  <pc:docChgLst>
    <pc:chgData name="mehmet gök" userId="S::mehmet.gok1@std.bogazici.edu.tr::15632cb4-26f1-469b-a776-86ac63c7653c" providerId="AD" clId="Web-{28D25B09-06DE-EF37-ED62-1EBEF6889432}"/>
    <pc:docChg chg="delSld modSld">
      <pc:chgData name="mehmet gök" userId="S::mehmet.gok1@std.bogazici.edu.tr::15632cb4-26f1-469b-a776-86ac63c7653c" providerId="AD" clId="Web-{28D25B09-06DE-EF37-ED62-1EBEF6889432}" dt="2025-03-05T09:10:27.255" v="8"/>
      <pc:docMkLst>
        <pc:docMk/>
      </pc:docMkLst>
      <pc:sldChg chg="addSp delSp modSp del">
        <pc:chgData name="mehmet gök" userId="S::mehmet.gok1@std.bogazici.edu.tr::15632cb4-26f1-469b-a776-86ac63c7653c" providerId="AD" clId="Web-{28D25B09-06DE-EF37-ED62-1EBEF6889432}" dt="2025-03-05T09:10:27.255" v="8"/>
        <pc:sldMkLst>
          <pc:docMk/>
          <pc:sldMk cId="3553902564" sldId="258"/>
        </pc:sldMkLst>
        <pc:spChg chg="del">
          <ac:chgData name="mehmet gök" userId="S::mehmet.gok1@std.bogazici.edu.tr::15632cb4-26f1-469b-a776-86ac63c7653c" providerId="AD" clId="Web-{28D25B09-06DE-EF37-ED62-1EBEF6889432}" dt="2025-03-05T09:10:21.317" v="4"/>
          <ac:spMkLst>
            <pc:docMk/>
            <pc:sldMk cId="3553902564" sldId="258"/>
            <ac:spMk id="2" creationId="{710ADA48-5463-5A73-8E06-DE06DAB11245}"/>
          </ac:spMkLst>
        </pc:spChg>
        <pc:spChg chg="del">
          <ac:chgData name="mehmet gök" userId="S::mehmet.gok1@std.bogazici.edu.tr::15632cb4-26f1-469b-a776-86ac63c7653c" providerId="AD" clId="Web-{28D25B09-06DE-EF37-ED62-1EBEF6889432}" dt="2025-03-05T09:10:21.317" v="2"/>
          <ac:spMkLst>
            <pc:docMk/>
            <pc:sldMk cId="3553902564" sldId="258"/>
            <ac:spMk id="5" creationId="{B47551EC-75DB-9712-BE0F-E2C3911A05A1}"/>
          </ac:spMkLst>
        </pc:spChg>
        <pc:spChg chg="del">
          <ac:chgData name="mehmet gök" userId="S::mehmet.gok1@std.bogazici.edu.tr::15632cb4-26f1-469b-a776-86ac63c7653c" providerId="AD" clId="Web-{28D25B09-06DE-EF37-ED62-1EBEF6889432}" dt="2025-03-05T09:10:21.317" v="0"/>
          <ac:spMkLst>
            <pc:docMk/>
            <pc:sldMk cId="3553902564" sldId="258"/>
            <ac:spMk id="7" creationId="{51295DA9-1E32-5ABE-1FEE-A4C194762924}"/>
          </ac:spMkLst>
        </pc:spChg>
        <pc:spChg chg="add mod">
          <ac:chgData name="mehmet gök" userId="S::mehmet.gok1@std.bogazici.edu.tr::15632cb4-26f1-469b-a776-86ac63c7653c" providerId="AD" clId="Web-{28D25B09-06DE-EF37-ED62-1EBEF6889432}" dt="2025-03-05T09:10:21.317" v="4"/>
          <ac:spMkLst>
            <pc:docMk/>
            <pc:sldMk cId="3553902564" sldId="258"/>
            <ac:spMk id="8" creationId="{30D91001-69EB-5FB1-3EA8-A75EC7AFF6E9}"/>
          </ac:spMkLst>
        </pc:spChg>
        <pc:picChg chg="del">
          <ac:chgData name="mehmet gök" userId="S::mehmet.gok1@std.bogazici.edu.tr::15632cb4-26f1-469b-a776-86ac63c7653c" providerId="AD" clId="Web-{28D25B09-06DE-EF37-ED62-1EBEF6889432}" dt="2025-03-05T09:10:21.317" v="3"/>
          <ac:picMkLst>
            <pc:docMk/>
            <pc:sldMk cId="3553902564" sldId="258"/>
            <ac:picMk id="4" creationId="{E60FFD3D-190D-F8BC-E459-2ABC05C4E714}"/>
          </ac:picMkLst>
        </pc:picChg>
        <pc:picChg chg="del">
          <ac:chgData name="mehmet gök" userId="S::mehmet.gok1@std.bogazici.edu.tr::15632cb4-26f1-469b-a776-86ac63c7653c" providerId="AD" clId="Web-{28D25B09-06DE-EF37-ED62-1EBEF6889432}" dt="2025-03-05T09:10:21.317" v="1"/>
          <ac:picMkLst>
            <pc:docMk/>
            <pc:sldMk cId="3553902564" sldId="258"/>
            <ac:picMk id="6" creationId="{B618780D-4437-1889-6A4E-A4BD2C20E1E9}"/>
          </ac:picMkLst>
        </pc:picChg>
      </pc:sldChg>
      <pc:sldChg chg="delSp modSp">
        <pc:chgData name="mehmet gök" userId="S::mehmet.gok1@std.bogazici.edu.tr::15632cb4-26f1-469b-a776-86ac63c7653c" providerId="AD" clId="Web-{28D25B09-06DE-EF37-ED62-1EBEF6889432}" dt="2025-03-05T09:10:26.287" v="7" actId="20577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28D25B09-06DE-EF37-ED62-1EBEF6889432}" dt="2025-03-05T09:10:26.287" v="7" actId="20577"/>
          <ac:spMkLst>
            <pc:docMk/>
            <pc:sldMk cId="2488631531" sldId="259"/>
            <ac:spMk id="2" creationId="{6E5BE672-D1FD-3C4C-21A3-6F8FC01946C3}"/>
          </ac:spMkLst>
        </pc:spChg>
        <pc:picChg chg="del">
          <ac:chgData name="mehmet gök" userId="S::mehmet.gok1@std.bogazici.edu.tr::15632cb4-26f1-469b-a776-86ac63c7653c" providerId="AD" clId="Web-{28D25B09-06DE-EF37-ED62-1EBEF6889432}" dt="2025-03-05T09:10:23.427" v="5"/>
          <ac:picMkLst>
            <pc:docMk/>
            <pc:sldMk cId="2488631531" sldId="259"/>
            <ac:picMk id="4" creationId="{C31A041A-A29C-BB05-9F34-3B9EFDA313B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5075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Search</a:t>
            </a:r>
            <a:br>
              <a:rPr lang="en-US" dirty="0"/>
            </a:br>
            <a:r>
              <a:rPr lang="en-US" dirty="0"/>
              <a:t>&amp; Efficiency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5972E9-E2EC-6591-D4B1-C1872F31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38" y="4720"/>
            <a:ext cx="10515600" cy="738618"/>
          </a:xfrm>
        </p:spPr>
        <p:txBody>
          <a:bodyPr/>
          <a:lstStyle/>
          <a:p>
            <a:r>
              <a:rPr lang="en-US" dirty="0"/>
              <a:t>Papers and switch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34D47-7495-AADF-F7DA-7E9B84FC8577}"/>
              </a:ext>
            </a:extLst>
          </p:cNvPr>
          <p:cNvSpPr txBox="1"/>
          <p:nvPr/>
        </p:nvSpPr>
        <p:spPr>
          <a:xfrm>
            <a:off x="687860" y="3962400"/>
            <a:ext cx="34537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Modelling and Simulation of Solar Photovoltaic array for Battery charging Application using Matlab-Simulink</a:t>
            </a:r>
          </a:p>
          <a:p>
            <a:r>
              <a:rPr lang="en-US" sz="1200" dirty="0"/>
              <a:t> </a:t>
            </a:r>
            <a:r>
              <a:rPr lang="en-US" sz="1200" dirty="0" err="1"/>
              <a:t>P.Sathya</a:t>
            </a:r>
            <a:r>
              <a:rPr lang="en-US" sz="1200" dirty="0"/>
              <a:t>, </a:t>
            </a:r>
            <a:r>
              <a:rPr lang="en-US" sz="1200" dirty="0" err="1"/>
              <a:t>G.Aarthi</a:t>
            </a:r>
            <a:r>
              <a:rPr lang="en-US" sz="1200" dirty="0"/>
              <a:t> </a:t>
            </a:r>
          </a:p>
        </p:txBody>
      </p:sp>
      <p:pic>
        <p:nvPicPr>
          <p:cNvPr id="7" name="Picture 6" descr="A diagram of a power converter&#10;&#10;AI-generated content may be incorrect.">
            <a:extLst>
              <a:ext uri="{FF2B5EF4-FFF2-40B4-BE49-F238E27FC236}">
                <a16:creationId xmlns:a16="http://schemas.microsoft.com/office/drawing/2014/main" id="{2E00751F-D7C6-A21D-6A8F-8DBD70A8E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9" y="1158317"/>
            <a:ext cx="3810000" cy="2790825"/>
          </a:xfrm>
          <a:prstGeom prst="rect">
            <a:avLst/>
          </a:prstGeom>
        </p:spPr>
      </p:pic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938E5C3E-31C2-796A-4B30-D302C568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304" y="1224735"/>
            <a:ext cx="5868687" cy="2966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D81E66-3421-2AAF-2600-F041CE32A519}"/>
              </a:ext>
            </a:extLst>
          </p:cNvPr>
          <p:cNvSpPr txBox="1"/>
          <p:nvPr/>
        </p:nvSpPr>
        <p:spPr>
          <a:xfrm>
            <a:off x="5826211" y="4199238"/>
            <a:ext cx="48953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Fuzzy Logic Control of Buck Converter for Photo Voltaic Emulator Mohammad </a:t>
            </a:r>
            <a:r>
              <a:rPr lang="en-US" sz="1200" dirty="0" err="1"/>
              <a:t>Tauquir</a:t>
            </a:r>
            <a:r>
              <a:rPr lang="en-US" sz="1200" dirty="0"/>
              <a:t> Iqbal, Mohd Tariq, Md </a:t>
            </a:r>
            <a:r>
              <a:rPr lang="en-US" sz="1200" dirty="0" err="1"/>
              <a:t>Shafquat</a:t>
            </a:r>
            <a:r>
              <a:rPr lang="en-US" sz="1200" dirty="0"/>
              <a:t> Ullah Khan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59AD9-7D31-87E0-66D3-F1F16B59871E}"/>
              </a:ext>
            </a:extLst>
          </p:cNvPr>
          <p:cNvSpPr txBox="1"/>
          <p:nvPr/>
        </p:nvSpPr>
        <p:spPr>
          <a:xfrm>
            <a:off x="3447535" y="5527589"/>
            <a:ext cx="48953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Left one mention the switch they used but many other like the  right one didn't mention about anything.</a:t>
            </a:r>
          </a:p>
        </p:txBody>
      </p:sp>
    </p:spTree>
    <p:extLst>
      <p:ext uri="{BB962C8B-B14F-4D97-AF65-F5344CB8AC3E}">
        <p14:creationId xmlns:p14="http://schemas.microsoft.com/office/powerpoint/2010/main" val="51649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328AC-6501-8A99-22F4-D8732DF9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175"/>
            <a:ext cx="10515600" cy="1325563"/>
          </a:xfrm>
        </p:spPr>
        <p:txBody>
          <a:bodyPr/>
          <a:lstStyle/>
          <a:p>
            <a:r>
              <a:rPr lang="en-US" dirty="0"/>
              <a:t>What is required from previous meeting?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9056F-4A34-ECA5-65CD-F9DB236AF1CE}"/>
              </a:ext>
            </a:extLst>
          </p:cNvPr>
          <p:cNvSpPr txBox="1"/>
          <p:nvPr/>
        </p:nvSpPr>
        <p:spPr>
          <a:xfrm>
            <a:off x="685800" y="2209800"/>
            <a:ext cx="88296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dirty="0"/>
              <a:t>Make sure operation is CCM?</a:t>
            </a:r>
            <a:endParaRPr lang="en-US" dirty="0"/>
          </a:p>
          <a:p>
            <a:pPr marL="342900" indent="-342900">
              <a:buFont typeface="Calibri"/>
              <a:buChar char="-"/>
            </a:pPr>
            <a:r>
              <a:rPr lang="en-US" sz="2400" dirty="0"/>
              <a:t>For efficiency purposes remove diode and non-idealities.</a:t>
            </a:r>
          </a:p>
          <a:p>
            <a:pPr marL="342900" indent="-342900">
              <a:buFont typeface="Calibri"/>
              <a:buChar char="-"/>
            </a:pPr>
            <a:r>
              <a:rPr lang="en-US" sz="2400" dirty="0"/>
              <a:t>Increase time resolution</a:t>
            </a:r>
          </a:p>
          <a:p>
            <a:pPr marL="342900" indent="-342900">
              <a:buFont typeface="Calibri"/>
              <a:buChar char="-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863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65FD18D7-FB52-C3F9-D805-A3A0CAA69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210"/>
            <a:ext cx="12192000" cy="437808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80CC92DB-0950-B54A-5985-FBFF9B84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175"/>
            <a:ext cx="10515600" cy="1325563"/>
          </a:xfrm>
        </p:spPr>
        <p:txBody>
          <a:bodyPr/>
          <a:lstStyle/>
          <a:p>
            <a:r>
              <a:rPr lang="en-US" dirty="0"/>
              <a:t>Setup: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B6FA6-D09B-5017-58AF-B698AF29469C}"/>
              </a:ext>
            </a:extLst>
          </p:cNvPr>
          <p:cNvSpPr txBox="1"/>
          <p:nvPr/>
        </p:nvSpPr>
        <p:spPr>
          <a:xfrm>
            <a:off x="599560" y="5718089"/>
            <a:ext cx="1026743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Nonoverlapping clock delay is around 2us, PWM frequency is 25kHz.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DF71-DFF3-89D2-0039-FC8F1163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9850"/>
            <a:ext cx="10515600" cy="611188"/>
          </a:xfrm>
        </p:spPr>
        <p:txBody>
          <a:bodyPr>
            <a:normAutofit fontScale="90000"/>
          </a:bodyPr>
          <a:lstStyle/>
          <a:p>
            <a:r>
              <a:rPr lang="en-US" dirty="0"/>
              <a:t>Mode of operation: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29E2D-F0AC-0DA8-338C-22962A96F6AA}"/>
              </a:ext>
            </a:extLst>
          </p:cNvPr>
          <p:cNvSpPr txBox="1"/>
          <p:nvPr/>
        </p:nvSpPr>
        <p:spPr>
          <a:xfrm>
            <a:off x="390010" y="688889"/>
            <a:ext cx="102674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Previously mode of operation is not clear, so component values changed a little</a:t>
            </a:r>
          </a:p>
          <a:p>
            <a:r>
              <a:rPr lang="en-US" sz="1600"/>
              <a:t>Parallel Cap -&gt; 100e-6F</a:t>
            </a:r>
            <a:endParaRPr lang="en-US" sz="1600" dirty="0"/>
          </a:p>
          <a:p>
            <a:r>
              <a:rPr lang="en-US" sz="1600" dirty="0"/>
              <a:t>Series Inductor -&gt; 10e-6H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8DF93-5F3E-289B-5885-05426AC49A2E}"/>
              </a:ext>
            </a:extLst>
          </p:cNvPr>
          <p:cNvSpPr txBox="1"/>
          <p:nvPr/>
        </p:nvSpPr>
        <p:spPr>
          <a:xfrm>
            <a:off x="390009" y="1527088"/>
            <a:ext cx="371423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Voltage and Inductor Current @D=0.5</a:t>
            </a:r>
            <a:endParaRPr lang="en-US" dirty="0"/>
          </a:p>
        </p:txBody>
      </p:sp>
      <p:pic>
        <p:nvPicPr>
          <p:cNvPr id="7" name="Picture 6" descr="A screen shot of a screen&#10;&#10;AI-generated content may be incorrect.">
            <a:extLst>
              <a:ext uri="{FF2B5EF4-FFF2-40B4-BE49-F238E27FC236}">
                <a16:creationId xmlns:a16="http://schemas.microsoft.com/office/drawing/2014/main" id="{76142590-A260-7811-CF28-FC00004C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21" y="1866900"/>
            <a:ext cx="6700484" cy="488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ADE317-701C-6E70-B372-E53CF335E777}"/>
              </a:ext>
            </a:extLst>
          </p:cNvPr>
          <p:cNvSpPr txBox="1"/>
          <p:nvPr/>
        </p:nvSpPr>
        <p:spPr>
          <a:xfrm>
            <a:off x="7248009" y="6413413"/>
            <a:ext cx="43143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@D=0.9 and 0.25 gives same results too.</a:t>
            </a: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2CF784C-4FB4-35D6-547F-F650C511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2191"/>
            <a:ext cx="5095875" cy="25230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BD7FAB-9918-16FE-58F4-169A2F455542}"/>
              </a:ext>
            </a:extLst>
          </p:cNvPr>
          <p:cNvSpPr txBox="1"/>
          <p:nvPr/>
        </p:nvSpPr>
        <p:spPr>
          <a:xfrm>
            <a:off x="7086084" y="1527088"/>
            <a:ext cx="371423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Output efficiency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01F28A-A9CE-1C7B-6ECE-78FF48839AB8}"/>
              </a:ext>
            </a:extLst>
          </p:cNvPr>
          <p:cNvSpPr/>
          <p:nvPr/>
        </p:nvSpPr>
        <p:spPr>
          <a:xfrm>
            <a:off x="7090229" y="3661228"/>
            <a:ext cx="5225142" cy="8164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5CC3E51-6E34-841A-B45C-D117875688D8}"/>
              </a:ext>
            </a:extLst>
          </p:cNvPr>
          <p:cNvSpPr/>
          <p:nvPr/>
        </p:nvSpPr>
        <p:spPr>
          <a:xfrm rot="-2580000">
            <a:off x="7591878" y="4277178"/>
            <a:ext cx="117928" cy="567871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 shot of a graph&#10;&#10;AI-generated content may be incorrect.">
            <a:extLst>
              <a:ext uri="{FF2B5EF4-FFF2-40B4-BE49-F238E27FC236}">
                <a16:creationId xmlns:a16="http://schemas.microsoft.com/office/drawing/2014/main" id="{71D6B018-01A1-D745-B527-A91129C05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25" y="4805363"/>
            <a:ext cx="49149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5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1197-351E-8EE9-8265-5E7C303F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75"/>
            <a:ext cx="10191750" cy="487363"/>
          </a:xfrm>
        </p:spPr>
        <p:txBody>
          <a:bodyPr>
            <a:normAutofit fontScale="90000"/>
          </a:bodyPr>
          <a:lstStyle/>
          <a:p>
            <a:r>
              <a:rPr lang="en-US" dirty="0"/>
              <a:t>Duty Cycle Sweep: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FAA072-37F2-4F7E-E8E9-69F48CAC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1885"/>
            <a:ext cx="10810875" cy="56923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4462BD-02E2-8310-B66D-92EBB6482B34}"/>
              </a:ext>
            </a:extLst>
          </p:cNvPr>
          <p:cNvSpPr txBox="1"/>
          <p:nvPr/>
        </p:nvSpPr>
        <p:spPr>
          <a:xfrm>
            <a:off x="228085" y="6184814"/>
            <a:ext cx="102674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Output connected to 15V direct DC supply.</a:t>
            </a:r>
            <a:endParaRPr lang="en-US" dirty="0"/>
          </a:p>
          <a:p>
            <a:r>
              <a:rPr lang="en-US" sz="1600" dirty="0"/>
              <a:t>After some point sweep gives not a number error.</a:t>
            </a:r>
          </a:p>
        </p:txBody>
      </p:sp>
    </p:spTree>
    <p:extLst>
      <p:ext uri="{BB962C8B-B14F-4D97-AF65-F5344CB8AC3E}">
        <p14:creationId xmlns:p14="http://schemas.microsoft.com/office/powerpoint/2010/main" val="255728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C8BD-89FB-124C-FA30-7FB41117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458788"/>
          </a:xfrm>
        </p:spPr>
        <p:txBody>
          <a:bodyPr>
            <a:normAutofit fontScale="90000"/>
          </a:bodyPr>
          <a:lstStyle/>
          <a:p>
            <a:r>
              <a:rPr lang="en-US" dirty="0"/>
              <a:t>Closer look at high efficiency point: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2AB3C1-B10E-31FC-03FD-186210ABC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71834"/>
            <a:ext cx="10334625" cy="5533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5B7BE-2D5F-0C6B-F4EB-D2A3003BFA97}"/>
              </a:ext>
            </a:extLst>
          </p:cNvPr>
          <p:cNvSpPr txBox="1"/>
          <p:nvPr/>
        </p:nvSpPr>
        <p:spPr>
          <a:xfrm>
            <a:off x="780535" y="5994314"/>
            <a:ext cx="102674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Max output current is achieved at high efficiency region as expected.</a:t>
            </a:r>
            <a:endParaRPr lang="en-US" dirty="0"/>
          </a:p>
          <a:p>
            <a:r>
              <a:rPr lang="en-US" sz="1600" dirty="0"/>
              <a:t>But is this data reliable or not according to above slide?</a:t>
            </a:r>
          </a:p>
        </p:txBody>
      </p:sp>
    </p:spTree>
    <p:extLst>
      <p:ext uri="{BB962C8B-B14F-4D97-AF65-F5344CB8AC3E}">
        <p14:creationId xmlns:p14="http://schemas.microsoft.com/office/powerpoint/2010/main" val="389797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4CC6-399B-6FC1-7BE2-D897E7C86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175"/>
            <a:ext cx="10515600" cy="69691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could be possible cause?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28A160-BA3C-C3D3-22F2-B4BEA137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" y="709613"/>
            <a:ext cx="12068175" cy="5095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9EB153-E326-D407-DD93-6D6E8923B4A5}"/>
              </a:ext>
            </a:extLst>
          </p:cNvPr>
          <p:cNvSpPr txBox="1"/>
          <p:nvPr/>
        </p:nvSpPr>
        <p:spPr>
          <a:xfrm>
            <a:off x="742435" y="5803814"/>
            <a:ext cx="1026743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We try to fix the output at 15V, max power point voltage is taken at 30V, when duty cycle is around 0.5V we get maximum.</a:t>
            </a:r>
            <a:br>
              <a:rPr lang="en-US" sz="1600" dirty="0"/>
            </a:br>
            <a:r>
              <a:rPr lang="en-US" sz="1600" dirty="0"/>
              <a:t>Maybe we have a state which has no solution in terms of PV?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0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Literature Search &amp; Efficiency</vt:lpstr>
      <vt:lpstr>Papers and switch models</vt:lpstr>
      <vt:lpstr>What is required from previous meeting?</vt:lpstr>
      <vt:lpstr>Setup:</vt:lpstr>
      <vt:lpstr>Mode of operation:</vt:lpstr>
      <vt:lpstr>Duty Cycle Sweep:</vt:lpstr>
      <vt:lpstr>Closer look at high efficiency point:</vt:lpstr>
      <vt:lpstr>What could be possible cause?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176</cp:revision>
  <dcterms:created xsi:type="dcterms:W3CDTF">2025-02-17T07:46:45Z</dcterms:created>
  <dcterms:modified xsi:type="dcterms:W3CDTF">2025-03-14T09:59:54Z</dcterms:modified>
</cp:coreProperties>
</file>